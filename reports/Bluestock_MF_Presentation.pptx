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92" r:id="rId5"/>
    <p:sldId id="299" r:id="rId6"/>
    <p:sldId id="297" r:id="rId7"/>
    <p:sldId id="298" r:id="rId8"/>
    <p:sldId id="279" r:id="rId9"/>
    <p:sldId id="301" r:id="rId10"/>
    <p:sldId id="276" r:id="rId11"/>
    <p:sldId id="293" r:id="rId12"/>
    <p:sldId id="268" r:id="rId13"/>
    <p:sldId id="269" r:id="rId14"/>
    <p:sldId id="302" r:id="rId15"/>
    <p:sldId id="300" r:id="rId16"/>
    <p:sldId id="28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5E2156-54BC-4B52-8C83-27DBCF8E5B0A}" v="80" dt="2026-06-16T08:44:25.554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53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esh Bansode" userId="3852c6fa24ff0efa" providerId="LiveId" clId="{F209C2E4-47A1-4B67-819C-9FC31DBE4605}"/>
    <pc:docChg chg="undo custSel addSld delSld modSld">
      <pc:chgData name="Bhavesh Bansode" userId="3852c6fa24ff0efa" providerId="LiveId" clId="{F209C2E4-47A1-4B67-819C-9FC31DBE4605}" dt="2026-06-16T08:45:49.721" v="949" actId="313"/>
      <pc:docMkLst>
        <pc:docMk/>
      </pc:docMkLst>
      <pc:sldChg chg="addSp delSp modSp del mod">
        <pc:chgData name="Bhavesh Bansode" userId="3852c6fa24ff0efa" providerId="LiveId" clId="{F209C2E4-47A1-4B67-819C-9FC31DBE4605}" dt="2026-06-15T07:36:39.967" v="224" actId="47"/>
        <pc:sldMkLst>
          <pc:docMk/>
          <pc:sldMk cId="3666674671" sldId="261"/>
        </pc:sldMkLst>
        <pc:spChg chg="mod">
          <ac:chgData name="Bhavesh Bansode" userId="3852c6fa24ff0efa" providerId="LiveId" clId="{F209C2E4-47A1-4B67-819C-9FC31DBE4605}" dt="2026-06-15T07:27:05.177" v="23" actId="1076"/>
          <ac:spMkLst>
            <pc:docMk/>
            <pc:sldMk cId="3666674671" sldId="261"/>
            <ac:spMk id="2" creationId="{9635F5E3-2B1C-7C0A-8581-67A9052D13AA}"/>
          </ac:spMkLst>
        </pc:spChg>
        <pc:spChg chg="del mod">
          <ac:chgData name="Bhavesh Bansode" userId="3852c6fa24ff0efa" providerId="LiveId" clId="{F209C2E4-47A1-4B67-819C-9FC31DBE4605}" dt="2026-06-15T07:26:59.189" v="22" actId="478"/>
          <ac:spMkLst>
            <pc:docMk/>
            <pc:sldMk cId="3666674671" sldId="261"/>
            <ac:spMk id="3" creationId="{A6A33159-D030-2F82-A142-F75940728319}"/>
          </ac:spMkLst>
        </pc:spChg>
        <pc:graphicFrameChg chg="add del mod modGraphic">
          <ac:chgData name="Bhavesh Bansode" userId="3852c6fa24ff0efa" providerId="LiveId" clId="{F209C2E4-47A1-4B67-819C-9FC31DBE4605}" dt="2026-06-15T07:35:39.754" v="215" actId="21"/>
          <ac:graphicFrameMkLst>
            <pc:docMk/>
            <pc:sldMk cId="3666674671" sldId="261"/>
            <ac:graphicFrameMk id="5" creationId="{15653F7D-0C45-7EB0-7CB4-537BCDD7739B}"/>
          </ac:graphicFrameMkLst>
        </pc:graphicFrameChg>
      </pc:sldChg>
      <pc:sldChg chg="addSp delSp modSp mod">
        <pc:chgData name="Bhavesh Bansode" userId="3852c6fa24ff0efa" providerId="LiveId" clId="{F209C2E4-47A1-4B67-819C-9FC31DBE4605}" dt="2026-06-15T14:03:21.399" v="720" actId="14100"/>
        <pc:sldMkLst>
          <pc:docMk/>
          <pc:sldMk cId="4259977132" sldId="268"/>
        </pc:sldMkLst>
        <pc:spChg chg="mod">
          <ac:chgData name="Bhavesh Bansode" userId="3852c6fa24ff0efa" providerId="LiveId" clId="{F209C2E4-47A1-4B67-819C-9FC31DBE4605}" dt="2026-06-15T14:01:30.894" v="708" actId="1035"/>
          <ac:spMkLst>
            <pc:docMk/>
            <pc:sldMk cId="4259977132" sldId="268"/>
            <ac:spMk id="2" creationId="{B7545968-70F7-0180-6448-3547E442EF4A}"/>
          </ac:spMkLst>
        </pc:spChg>
        <pc:spChg chg="add del mod">
          <ac:chgData name="Bhavesh Bansode" userId="3852c6fa24ff0efa" providerId="LiveId" clId="{F209C2E4-47A1-4B67-819C-9FC31DBE4605}" dt="2026-06-15T13:57:55.782" v="680" actId="931"/>
          <ac:spMkLst>
            <pc:docMk/>
            <pc:sldMk cId="4259977132" sldId="268"/>
            <ac:spMk id="7" creationId="{D1581B18-722E-BBC7-7121-C361BA1C6BCD}"/>
          </ac:spMkLst>
        </pc:spChg>
        <pc:spChg chg="del mod">
          <ac:chgData name="Bhavesh Bansode" userId="3852c6fa24ff0efa" providerId="LiveId" clId="{F209C2E4-47A1-4B67-819C-9FC31DBE4605}" dt="2026-06-15T13:57:45.032" v="678" actId="931"/>
          <ac:spMkLst>
            <pc:docMk/>
            <pc:sldMk cId="4259977132" sldId="268"/>
            <ac:spMk id="10" creationId="{19DA784D-F56F-1224-707E-9F882C4EB8A1}"/>
          </ac:spMkLst>
        </pc:spChg>
        <pc:spChg chg="add mod">
          <ac:chgData name="Bhavesh Bansode" userId="3852c6fa24ff0efa" providerId="LiveId" clId="{F209C2E4-47A1-4B67-819C-9FC31DBE4605}" dt="2026-06-15T14:02:05.411" v="718" actId="12"/>
          <ac:spMkLst>
            <pc:docMk/>
            <pc:sldMk cId="4259977132" sldId="268"/>
            <ac:spMk id="12" creationId="{42EED4A9-E12E-33CF-6BFA-C10899597412}"/>
          </ac:spMkLst>
        </pc:spChg>
        <pc:graphicFrameChg chg="del mod">
          <ac:chgData name="Bhavesh Bansode" userId="3852c6fa24ff0efa" providerId="LiveId" clId="{F209C2E4-47A1-4B67-819C-9FC31DBE4605}" dt="2026-06-15T13:57:48.545" v="679" actId="478"/>
          <ac:graphicFrameMkLst>
            <pc:docMk/>
            <pc:sldMk cId="4259977132" sldId="268"/>
            <ac:graphicFrameMk id="14" creationId="{1469BF76-5E71-DF2A-4804-7A26E9D95C80}"/>
          </ac:graphicFrameMkLst>
        </pc:graphicFrameChg>
        <pc:picChg chg="add mod ord">
          <ac:chgData name="Bhavesh Bansode" userId="3852c6fa24ff0efa" providerId="LiveId" clId="{F209C2E4-47A1-4B67-819C-9FC31DBE4605}" dt="2026-06-15T14:01:36.913" v="713" actId="1035"/>
          <ac:picMkLst>
            <pc:docMk/>
            <pc:sldMk cId="4259977132" sldId="268"/>
            <ac:picMk id="5" creationId="{A725F2A3-9A9C-506B-EDF4-A8058F77F184}"/>
          </ac:picMkLst>
        </pc:picChg>
        <pc:picChg chg="add mod ord">
          <ac:chgData name="Bhavesh Bansode" userId="3852c6fa24ff0efa" providerId="LiveId" clId="{F209C2E4-47A1-4B67-819C-9FC31DBE4605}" dt="2026-06-15T14:03:21.399" v="720" actId="14100"/>
          <ac:picMkLst>
            <pc:docMk/>
            <pc:sldMk cId="4259977132" sldId="268"/>
            <ac:picMk id="9" creationId="{99B0E2D6-E47E-14B3-ADBB-7BCAB2CF3C5C}"/>
          </ac:picMkLst>
        </pc:picChg>
      </pc:sldChg>
      <pc:sldChg chg="addSp delSp modSp mod">
        <pc:chgData name="Bhavesh Bansode" userId="3852c6fa24ff0efa" providerId="LiveId" clId="{F209C2E4-47A1-4B67-819C-9FC31DBE4605}" dt="2026-06-15T14:09:07.666" v="743" actId="12"/>
        <pc:sldMkLst>
          <pc:docMk/>
          <pc:sldMk cId="3604630649" sldId="269"/>
        </pc:sldMkLst>
        <pc:spChg chg="mod">
          <ac:chgData name="Bhavesh Bansode" userId="3852c6fa24ff0efa" providerId="LiveId" clId="{F209C2E4-47A1-4B67-819C-9FC31DBE4605}" dt="2026-06-15T14:05:28.421" v="722" actId="14100"/>
          <ac:spMkLst>
            <pc:docMk/>
            <pc:sldMk cId="3604630649" sldId="269"/>
            <ac:spMk id="2" creationId="{D1FC59F6-9B22-C211-4B4C-A2FD4B914C46}"/>
          </ac:spMkLst>
        </pc:spChg>
        <pc:spChg chg="add del mod">
          <ac:chgData name="Bhavesh Bansode" userId="3852c6fa24ff0efa" providerId="LiveId" clId="{F209C2E4-47A1-4B67-819C-9FC31DBE4605}" dt="2026-06-15T14:07:00.477" v="726" actId="931"/>
          <ac:spMkLst>
            <pc:docMk/>
            <pc:sldMk cId="3604630649" sldId="269"/>
            <ac:spMk id="5" creationId="{A8EC0D53-7AFD-75C4-9200-9F03EEB064A1}"/>
          </ac:spMkLst>
        </pc:spChg>
        <pc:spChg chg="add mod">
          <ac:chgData name="Bhavesh Bansode" userId="3852c6fa24ff0efa" providerId="LiveId" clId="{F209C2E4-47A1-4B67-819C-9FC31DBE4605}" dt="2026-06-15T14:09:07.666" v="743" actId="12"/>
          <ac:spMkLst>
            <pc:docMk/>
            <pc:sldMk cId="3604630649" sldId="269"/>
            <ac:spMk id="11" creationId="{274C7EF5-50B3-1BB4-6825-1D73B95E775C}"/>
          </ac:spMkLst>
        </pc:spChg>
        <pc:graphicFrameChg chg="del">
          <ac:chgData name="Bhavesh Bansode" userId="3852c6fa24ff0efa" providerId="LiveId" clId="{F209C2E4-47A1-4B67-819C-9FC31DBE4605}" dt="2026-06-15T14:05:34.454" v="723" actId="478"/>
          <ac:graphicFrameMkLst>
            <pc:docMk/>
            <pc:sldMk cId="3604630649" sldId="269"/>
            <ac:graphicFrameMk id="16" creationId="{6CB67956-A6C3-FCDF-EC78-F79D90449E96}"/>
          </ac:graphicFrameMkLst>
        </pc:graphicFrameChg>
        <pc:picChg chg="add mod ord">
          <ac:chgData name="Bhavesh Bansode" userId="3852c6fa24ff0efa" providerId="LiveId" clId="{F209C2E4-47A1-4B67-819C-9FC31DBE4605}" dt="2026-06-15T14:07:33.202" v="731" actId="14100"/>
          <ac:picMkLst>
            <pc:docMk/>
            <pc:sldMk cId="3604630649" sldId="269"/>
            <ac:picMk id="7" creationId="{4EE8970F-279B-B51E-9D3F-20DEBAED6EF0}"/>
          </ac:picMkLst>
        </pc:picChg>
        <pc:picChg chg="add mod">
          <ac:chgData name="Bhavesh Bansode" userId="3852c6fa24ff0efa" providerId="LiveId" clId="{F209C2E4-47A1-4B67-819C-9FC31DBE4605}" dt="2026-06-15T14:07:35.610" v="732" actId="14100"/>
          <ac:picMkLst>
            <pc:docMk/>
            <pc:sldMk cId="3604630649" sldId="269"/>
            <ac:picMk id="9" creationId="{53515F7D-B9CE-66BC-8357-143294A63916}"/>
          </ac:picMkLst>
        </pc:picChg>
      </pc:sldChg>
      <pc:sldChg chg="addSp delSp modSp mod modClrScheme chgLayout">
        <pc:chgData name="Bhavesh Bansode" userId="3852c6fa24ff0efa" providerId="LiveId" clId="{F209C2E4-47A1-4B67-819C-9FC31DBE4605}" dt="2026-06-15T13:27:57.457" v="550" actId="1035"/>
        <pc:sldMkLst>
          <pc:docMk/>
          <pc:sldMk cId="77554804" sldId="276"/>
        </pc:sldMkLst>
        <pc:spChg chg="mod ord">
          <ac:chgData name="Bhavesh Bansode" userId="3852c6fa24ff0efa" providerId="LiveId" clId="{F209C2E4-47A1-4B67-819C-9FC31DBE4605}" dt="2026-06-15T13:09:42.650" v="380" actId="700"/>
          <ac:spMkLst>
            <pc:docMk/>
            <pc:sldMk cId="77554804" sldId="276"/>
            <ac:spMk id="2" creationId="{A26B3DA3-995E-263F-F271-D0DCB60A6118}"/>
          </ac:spMkLst>
        </pc:spChg>
        <pc:spChg chg="mod ord">
          <ac:chgData name="Bhavesh Bansode" userId="3852c6fa24ff0efa" providerId="LiveId" clId="{F209C2E4-47A1-4B67-819C-9FC31DBE4605}" dt="2026-06-15T13:27:44.689" v="513" actId="1076"/>
          <ac:spMkLst>
            <pc:docMk/>
            <pc:sldMk cId="77554804" sldId="276"/>
            <ac:spMk id="5" creationId="{81D18537-D028-9E9C-FB87-93F24955DFC7}"/>
          </ac:spMkLst>
        </pc:spChg>
        <pc:spChg chg="add del mod">
          <ac:chgData name="Bhavesh Bansode" userId="3852c6fa24ff0efa" providerId="LiveId" clId="{F209C2E4-47A1-4B67-819C-9FC31DBE4605}" dt="2026-06-15T13:13:55.607" v="387" actId="3680"/>
          <ac:spMkLst>
            <pc:docMk/>
            <pc:sldMk cId="77554804" sldId="276"/>
            <ac:spMk id="6" creationId="{91C72B15-6D15-09A5-B8F2-5C32E05ABCE9}"/>
          </ac:spMkLst>
        </pc:spChg>
        <pc:spChg chg="del mod ord">
          <ac:chgData name="Bhavesh Bansode" userId="3852c6fa24ff0efa" providerId="LiveId" clId="{F209C2E4-47A1-4B67-819C-9FC31DBE4605}" dt="2026-06-15T13:11:50.376" v="385"/>
          <ac:spMkLst>
            <pc:docMk/>
            <pc:sldMk cId="77554804" sldId="276"/>
            <ac:spMk id="20" creationId="{CC0093B1-77CC-1E61-FB22-E136F94EABD2}"/>
          </ac:spMkLst>
        </pc:spChg>
        <pc:graphicFrameChg chg="add del mod">
          <ac:chgData name="Bhavesh Bansode" userId="3852c6fa24ff0efa" providerId="LiveId" clId="{F209C2E4-47A1-4B67-819C-9FC31DBE4605}" dt="2026-06-15T13:12:05.598" v="386" actId="21"/>
          <ac:graphicFrameMkLst>
            <pc:docMk/>
            <pc:sldMk cId="77554804" sldId="276"/>
            <ac:graphicFrameMk id="3" creationId="{ECBD3F1F-1E29-9E89-B9F8-ACC9AE802917}"/>
          </ac:graphicFrameMkLst>
        </pc:graphicFrameChg>
        <pc:graphicFrameChg chg="add mod ord modGraphic">
          <ac:chgData name="Bhavesh Bansode" userId="3852c6fa24ff0efa" providerId="LiveId" clId="{F209C2E4-47A1-4B67-819C-9FC31DBE4605}" dt="2026-06-15T13:26:05.908" v="500" actId="1076"/>
          <ac:graphicFrameMkLst>
            <pc:docMk/>
            <pc:sldMk cId="77554804" sldId="276"/>
            <ac:graphicFrameMk id="7" creationId="{ADFD03B2-5105-D5C4-2937-143316CC09A1}"/>
          </ac:graphicFrameMkLst>
        </pc:graphicFrameChg>
        <pc:graphicFrameChg chg="add del mod modGraphic">
          <ac:chgData name="Bhavesh Bansode" userId="3852c6fa24ff0efa" providerId="LiveId" clId="{F209C2E4-47A1-4B67-819C-9FC31DBE4605}" dt="2026-06-15T13:19:01.188" v="427" actId="478"/>
          <ac:graphicFrameMkLst>
            <pc:docMk/>
            <pc:sldMk cId="77554804" sldId="276"/>
            <ac:graphicFrameMk id="8" creationId="{F185FDC8-D5D4-A619-3E93-D22A808E7D59}"/>
          </ac:graphicFrameMkLst>
        </pc:graphicFrameChg>
        <pc:graphicFrameChg chg="add mod modGraphic">
          <ac:chgData name="Bhavesh Bansode" userId="3852c6fa24ff0efa" providerId="LiveId" clId="{F209C2E4-47A1-4B67-819C-9FC31DBE4605}" dt="2026-06-15T13:20:42.592" v="446" actId="1076"/>
          <ac:graphicFrameMkLst>
            <pc:docMk/>
            <pc:sldMk cId="77554804" sldId="276"/>
            <ac:graphicFrameMk id="10" creationId="{BB2F0F4D-B03F-AE97-53F9-441864F5A83D}"/>
          </ac:graphicFrameMkLst>
        </pc:graphicFrameChg>
        <pc:graphicFrameChg chg="add mod modGraphic">
          <ac:chgData name="Bhavesh Bansode" userId="3852c6fa24ff0efa" providerId="LiveId" clId="{F209C2E4-47A1-4B67-819C-9FC31DBE4605}" dt="2026-06-15T13:23:18.249" v="469" actId="2711"/>
          <ac:graphicFrameMkLst>
            <pc:docMk/>
            <pc:sldMk cId="77554804" sldId="276"/>
            <ac:graphicFrameMk id="11" creationId="{F243D760-C756-2658-2369-B403CAD1B185}"/>
          </ac:graphicFrameMkLst>
        </pc:graphicFrameChg>
        <pc:graphicFrameChg chg="add mod modGraphic">
          <ac:chgData name="Bhavesh Bansode" userId="3852c6fa24ff0efa" providerId="LiveId" clId="{F209C2E4-47A1-4B67-819C-9FC31DBE4605}" dt="2026-06-15T13:26:42.208" v="502" actId="21"/>
          <ac:graphicFrameMkLst>
            <pc:docMk/>
            <pc:sldMk cId="77554804" sldId="276"/>
            <ac:graphicFrameMk id="13" creationId="{705C809C-3F99-577B-DADC-ABF0C676242B}"/>
          </ac:graphicFrameMkLst>
        </pc:graphicFrameChg>
        <pc:graphicFrameChg chg="add mod modGraphic">
          <ac:chgData name="Bhavesh Bansode" userId="3852c6fa24ff0efa" providerId="LiveId" clId="{F209C2E4-47A1-4B67-819C-9FC31DBE4605}" dt="2026-06-15T13:27:57.457" v="550" actId="1035"/>
          <ac:graphicFrameMkLst>
            <pc:docMk/>
            <pc:sldMk cId="77554804" sldId="276"/>
            <ac:graphicFrameMk id="14" creationId="{1EAA12BA-8CD4-9A2D-1F35-D58ADD58FB97}"/>
          </ac:graphicFrameMkLst>
        </pc:graphicFrameChg>
        <pc:picChg chg="mod ord">
          <ac:chgData name="Bhavesh Bansode" userId="3852c6fa24ff0efa" providerId="LiveId" clId="{F209C2E4-47A1-4B67-819C-9FC31DBE4605}" dt="2026-06-15T13:27:50.367" v="534" actId="1035"/>
          <ac:picMkLst>
            <pc:docMk/>
            <pc:sldMk cId="77554804" sldId="276"/>
            <ac:picMk id="12" creationId="{8C4B5C6A-45B4-1976-622A-4CEB4E3211BC}"/>
          </ac:picMkLst>
        </pc:picChg>
      </pc:sldChg>
      <pc:sldChg chg="addSp delSp modSp mod">
        <pc:chgData name="Bhavesh Bansode" userId="3852c6fa24ff0efa" providerId="LiveId" clId="{F209C2E4-47A1-4B67-819C-9FC31DBE4605}" dt="2026-06-15T07:48:26.223" v="341" actId="1076"/>
        <pc:sldMkLst>
          <pc:docMk/>
          <pc:sldMk cId="1246021298" sldId="279"/>
        </pc:sldMkLst>
        <pc:spChg chg="mod">
          <ac:chgData name="Bhavesh Bansode" userId="3852c6fa24ff0efa" providerId="LiveId" clId="{F209C2E4-47A1-4B67-819C-9FC31DBE4605}" dt="2026-06-15T07:43:35.912" v="290" actId="1076"/>
          <ac:spMkLst>
            <pc:docMk/>
            <pc:sldMk cId="1246021298" sldId="279"/>
            <ac:spMk id="3" creationId="{4379BBF1-9BC2-6DCE-0154-8873469878A5}"/>
          </ac:spMkLst>
        </pc:spChg>
        <pc:spChg chg="add del mod">
          <ac:chgData name="Bhavesh Bansode" userId="3852c6fa24ff0efa" providerId="LiveId" clId="{F209C2E4-47A1-4B67-819C-9FC31DBE4605}" dt="2026-06-15T07:40:16.163" v="239" actId="931"/>
          <ac:spMkLst>
            <pc:docMk/>
            <pc:sldMk cId="1246021298" sldId="279"/>
            <ac:spMk id="8" creationId="{59BC0400-A6A8-6876-6AB0-4AE27F1911A3}"/>
          </ac:spMkLst>
        </pc:spChg>
        <pc:spChg chg="del mod">
          <ac:chgData name="Bhavesh Bansode" userId="3852c6fa24ff0efa" providerId="LiveId" clId="{F209C2E4-47A1-4B67-819C-9FC31DBE4605}" dt="2026-06-15T07:39:51.174" v="236" actId="931"/>
          <ac:spMkLst>
            <pc:docMk/>
            <pc:sldMk cId="1246021298" sldId="279"/>
            <ac:spMk id="10" creationId="{633B199B-AFAF-FCA4-CEA7-D9E73D7079E5}"/>
          </ac:spMkLst>
        </pc:spChg>
        <pc:spChg chg="add del mod">
          <ac:chgData name="Bhavesh Bansode" userId="3852c6fa24ff0efa" providerId="LiveId" clId="{F209C2E4-47A1-4B67-819C-9FC31DBE4605}" dt="2026-06-15T07:40:44" v="244" actId="931"/>
          <ac:spMkLst>
            <pc:docMk/>
            <pc:sldMk cId="1246021298" sldId="279"/>
            <ac:spMk id="16" creationId="{2BF26B25-D510-8D34-185F-A810546D19ED}"/>
          </ac:spMkLst>
        </pc:spChg>
        <pc:spChg chg="add del mod">
          <ac:chgData name="Bhavesh Bansode" userId="3852c6fa24ff0efa" providerId="LiveId" clId="{F209C2E4-47A1-4B67-819C-9FC31DBE4605}" dt="2026-06-15T07:42:05.390" v="257"/>
          <ac:spMkLst>
            <pc:docMk/>
            <pc:sldMk cId="1246021298" sldId="279"/>
            <ac:spMk id="21" creationId="{9FFBEB3A-2914-81E9-8C5C-AF2E228EA7BC}"/>
          </ac:spMkLst>
        </pc:spChg>
        <pc:spChg chg="add">
          <ac:chgData name="Bhavesh Bansode" userId="3852c6fa24ff0efa" providerId="LiveId" clId="{F209C2E4-47A1-4B67-819C-9FC31DBE4605}" dt="2026-06-15T07:41:59.873" v="255"/>
          <ac:spMkLst>
            <pc:docMk/>
            <pc:sldMk cId="1246021298" sldId="279"/>
            <ac:spMk id="22" creationId="{99AEE382-20F5-853D-B44A-61C3FBF4E9AD}"/>
          </ac:spMkLst>
        </pc:spChg>
        <pc:spChg chg="add del mod">
          <ac:chgData name="Bhavesh Bansode" userId="3852c6fa24ff0efa" providerId="LiveId" clId="{F209C2E4-47A1-4B67-819C-9FC31DBE4605}" dt="2026-06-15T07:42:27.950" v="271" actId="478"/>
          <ac:spMkLst>
            <pc:docMk/>
            <pc:sldMk cId="1246021298" sldId="279"/>
            <ac:spMk id="23" creationId="{7A70F485-6881-6C4A-5A56-41CC80B31DF8}"/>
          </ac:spMkLst>
        </pc:spChg>
        <pc:spChg chg="add del mod">
          <ac:chgData name="Bhavesh Bansode" userId="3852c6fa24ff0efa" providerId="LiveId" clId="{F209C2E4-47A1-4B67-819C-9FC31DBE4605}" dt="2026-06-15T07:48:21.799" v="340" actId="478"/>
          <ac:spMkLst>
            <pc:docMk/>
            <pc:sldMk cId="1246021298" sldId="279"/>
            <ac:spMk id="24" creationId="{532F1792-242B-A7CB-18A8-CAB7736D3FD3}"/>
          </ac:spMkLst>
        </pc:spChg>
        <pc:spChg chg="add mod">
          <ac:chgData name="Bhavesh Bansode" userId="3852c6fa24ff0efa" providerId="LiveId" clId="{F209C2E4-47A1-4B67-819C-9FC31DBE4605}" dt="2026-06-15T07:48:26.223" v="341" actId="1076"/>
          <ac:spMkLst>
            <pc:docMk/>
            <pc:sldMk cId="1246021298" sldId="279"/>
            <ac:spMk id="26" creationId="{CC15C5F4-9DD7-9ED6-A4AB-95E1E3A1DC35}"/>
          </ac:spMkLst>
        </pc:spChg>
        <pc:graphicFrameChg chg="del">
          <ac:chgData name="Bhavesh Bansode" userId="3852c6fa24ff0efa" providerId="LiveId" clId="{F209C2E4-47A1-4B67-819C-9FC31DBE4605}" dt="2026-06-15T07:40:00.483" v="238" actId="478"/>
          <ac:graphicFrameMkLst>
            <pc:docMk/>
            <pc:sldMk cId="1246021298" sldId="279"/>
            <ac:graphicFrameMk id="11" creationId="{A9E2E0E1-AAB8-A475-781D-7E66AD5CFE21}"/>
          </ac:graphicFrameMkLst>
        </pc:graphicFrameChg>
        <pc:picChg chg="add mod ord">
          <ac:chgData name="Bhavesh Bansode" userId="3852c6fa24ff0efa" providerId="LiveId" clId="{F209C2E4-47A1-4B67-819C-9FC31DBE4605}" dt="2026-06-15T07:45:54.220" v="318" actId="14100"/>
          <ac:picMkLst>
            <pc:docMk/>
            <pc:sldMk cId="1246021298" sldId="279"/>
            <ac:picMk id="5" creationId="{C04C65B1-99E0-A626-CCBC-1C12DD061613}"/>
          </ac:picMkLst>
        </pc:picChg>
        <pc:picChg chg="add del mod ord">
          <ac:chgData name="Bhavesh Bansode" userId="3852c6fa24ff0efa" providerId="LiveId" clId="{F209C2E4-47A1-4B67-819C-9FC31DBE4605}" dt="2026-06-15T07:40:35.695" v="243" actId="478"/>
          <ac:picMkLst>
            <pc:docMk/>
            <pc:sldMk cId="1246021298" sldId="279"/>
            <ac:picMk id="12" creationId="{D9702281-39FF-090E-C993-E7C90250B5F6}"/>
          </ac:picMkLst>
        </pc:picChg>
        <pc:picChg chg="add del mod">
          <ac:chgData name="Bhavesh Bansode" userId="3852c6fa24ff0efa" providerId="LiveId" clId="{F209C2E4-47A1-4B67-819C-9FC31DBE4605}" dt="2026-06-15T07:40:35.695" v="243" actId="478"/>
          <ac:picMkLst>
            <pc:docMk/>
            <pc:sldMk cId="1246021298" sldId="279"/>
            <ac:picMk id="14" creationId="{62A69BC0-B0A3-DB38-C926-F3155413A112}"/>
          </ac:picMkLst>
        </pc:picChg>
        <pc:picChg chg="add mod ord">
          <ac:chgData name="Bhavesh Bansode" userId="3852c6fa24ff0efa" providerId="LiveId" clId="{F209C2E4-47A1-4B67-819C-9FC31DBE4605}" dt="2026-06-15T07:45:38.844" v="314" actId="1076"/>
          <ac:picMkLst>
            <pc:docMk/>
            <pc:sldMk cId="1246021298" sldId="279"/>
            <ac:picMk id="18" creationId="{4CE3A11A-A8F5-5BC1-C66F-16B9CBF7F273}"/>
          </ac:picMkLst>
        </pc:picChg>
        <pc:picChg chg="add mod">
          <ac:chgData name="Bhavesh Bansode" userId="3852c6fa24ff0efa" providerId="LiveId" clId="{F209C2E4-47A1-4B67-819C-9FC31DBE4605}" dt="2026-06-15T07:45:22.675" v="312" actId="14100"/>
          <ac:picMkLst>
            <pc:docMk/>
            <pc:sldMk cId="1246021298" sldId="279"/>
            <ac:picMk id="20" creationId="{37BB5A2B-F00D-9399-DEB2-F5D3F932B3EC}"/>
          </ac:picMkLst>
        </pc:picChg>
      </pc:sldChg>
      <pc:sldChg chg="modSp mod">
        <pc:chgData name="Bhavesh Bansode" userId="3852c6fa24ff0efa" providerId="LiveId" clId="{F209C2E4-47A1-4B67-819C-9FC31DBE4605}" dt="2026-06-16T08:44:36.238" v="940" actId="20577"/>
        <pc:sldMkLst>
          <pc:docMk/>
          <pc:sldMk cId="529279411" sldId="289"/>
        </pc:sldMkLst>
        <pc:spChg chg="mod">
          <ac:chgData name="Bhavesh Bansode" userId="3852c6fa24ff0efa" providerId="LiveId" clId="{F209C2E4-47A1-4B67-819C-9FC31DBE4605}" dt="2026-06-16T08:44:36.238" v="940" actId="20577"/>
          <ac:spMkLst>
            <pc:docMk/>
            <pc:sldMk cId="529279411" sldId="289"/>
            <ac:spMk id="25" creationId="{B993E4D5-4AD0-4740-096D-6822944C8FF6}"/>
          </ac:spMkLst>
        </pc:spChg>
      </pc:sldChg>
      <pc:sldChg chg="addSp delSp modSp mod">
        <pc:chgData name="Bhavesh Bansode" userId="3852c6fa24ff0efa" providerId="LiveId" clId="{F209C2E4-47A1-4B67-819C-9FC31DBE4605}" dt="2026-06-15T13:41:17.418" v="671"/>
        <pc:sldMkLst>
          <pc:docMk/>
          <pc:sldMk cId="4182148033" sldId="293"/>
        </pc:sldMkLst>
        <pc:spChg chg="add del mod">
          <ac:chgData name="Bhavesh Bansode" userId="3852c6fa24ff0efa" providerId="LiveId" clId="{F209C2E4-47A1-4B67-819C-9FC31DBE4605}" dt="2026-06-15T13:31:38.895" v="561" actId="931"/>
          <ac:spMkLst>
            <pc:docMk/>
            <pc:sldMk cId="4182148033" sldId="293"/>
            <ac:spMk id="6" creationId="{131B6EE6-9159-9361-3298-FEB0268DBA84}"/>
          </ac:spMkLst>
        </pc:spChg>
        <pc:spChg chg="add del mod">
          <ac:chgData name="Bhavesh Bansode" userId="3852c6fa24ff0efa" providerId="LiveId" clId="{F209C2E4-47A1-4B67-819C-9FC31DBE4605}" dt="2026-06-15T13:37:24.778" v="598"/>
          <ac:spMkLst>
            <pc:docMk/>
            <pc:sldMk cId="4182148033" sldId="293"/>
            <ac:spMk id="10" creationId="{D0B959DA-3FA7-C64B-218B-E6194C946E18}"/>
          </ac:spMkLst>
        </pc:spChg>
        <pc:spChg chg="add del mod">
          <ac:chgData name="Bhavesh Bansode" userId="3852c6fa24ff0efa" providerId="LiveId" clId="{F209C2E4-47A1-4B67-819C-9FC31DBE4605}" dt="2026-06-15T13:37:53.636" v="608"/>
          <ac:spMkLst>
            <pc:docMk/>
            <pc:sldMk cId="4182148033" sldId="293"/>
            <ac:spMk id="12" creationId="{19E1A3EF-AE87-05C7-DB7A-95F1CCD7AA48}"/>
          </ac:spMkLst>
        </pc:spChg>
        <pc:spChg chg="add del mod">
          <ac:chgData name="Bhavesh Bansode" userId="3852c6fa24ff0efa" providerId="LiveId" clId="{F209C2E4-47A1-4B67-819C-9FC31DBE4605}" dt="2026-06-15T13:37:53.641" v="610"/>
          <ac:spMkLst>
            <pc:docMk/>
            <pc:sldMk cId="4182148033" sldId="293"/>
            <ac:spMk id="13" creationId="{CAC92425-6BF4-A5F0-7CA8-505A6F5659A5}"/>
          </ac:spMkLst>
        </pc:spChg>
        <pc:spChg chg="add mod">
          <ac:chgData name="Bhavesh Bansode" userId="3852c6fa24ff0efa" providerId="LiveId" clId="{F209C2E4-47A1-4B67-819C-9FC31DBE4605}" dt="2026-06-15T13:41:13.494" v="669" actId="20577"/>
          <ac:spMkLst>
            <pc:docMk/>
            <pc:sldMk cId="4182148033" sldId="293"/>
            <ac:spMk id="14" creationId="{CDD46C57-8DCB-96A2-ED6C-EF963A48C016}"/>
          </ac:spMkLst>
        </pc:spChg>
        <pc:spChg chg="add del mod">
          <ac:chgData name="Bhavesh Bansode" userId="3852c6fa24ff0efa" providerId="LiveId" clId="{F209C2E4-47A1-4B67-819C-9FC31DBE4605}" dt="2026-06-15T13:40:13.249" v="651" actId="22"/>
          <ac:spMkLst>
            <pc:docMk/>
            <pc:sldMk cId="4182148033" sldId="293"/>
            <ac:spMk id="16" creationId="{8385FAE4-3A03-65AF-2D5C-EE64A8FCAB40}"/>
          </ac:spMkLst>
        </pc:spChg>
        <pc:spChg chg="add del mod">
          <ac:chgData name="Bhavesh Bansode" userId="3852c6fa24ff0efa" providerId="LiveId" clId="{F209C2E4-47A1-4B67-819C-9FC31DBE4605}" dt="2026-06-15T13:41:17.418" v="671"/>
          <ac:spMkLst>
            <pc:docMk/>
            <pc:sldMk cId="4182148033" sldId="293"/>
            <ac:spMk id="17" creationId="{2BFAE759-E2FE-E31B-E902-881E8CB2DBE3}"/>
          </ac:spMkLst>
        </pc:spChg>
        <pc:spChg chg="del mod">
          <ac:chgData name="Bhavesh Bansode" userId="3852c6fa24ff0efa" providerId="LiveId" clId="{F209C2E4-47A1-4B67-819C-9FC31DBE4605}" dt="2026-06-15T13:34:00.019" v="568" actId="3680"/>
          <ac:spMkLst>
            <pc:docMk/>
            <pc:sldMk cId="4182148033" sldId="293"/>
            <ac:spMk id="43" creationId="{520E98B6-7B33-8FD4-A662-31DD4B85E22E}"/>
          </ac:spMkLst>
        </pc:spChg>
        <pc:spChg chg="del mod">
          <ac:chgData name="Bhavesh Bansode" userId="3852c6fa24ff0efa" providerId="LiveId" clId="{F209C2E4-47A1-4B67-819C-9FC31DBE4605}" dt="2026-06-15T13:29:29.111" v="558" actId="931"/>
          <ac:spMkLst>
            <pc:docMk/>
            <pc:sldMk cId="4182148033" sldId="293"/>
            <ac:spMk id="44" creationId="{78466807-A2DA-EC5D-ACDE-B83D6F7169EA}"/>
          </ac:spMkLst>
        </pc:spChg>
        <pc:spChg chg="mod">
          <ac:chgData name="Bhavesh Bansode" userId="3852c6fa24ff0efa" providerId="LiveId" clId="{F209C2E4-47A1-4B67-819C-9FC31DBE4605}" dt="2026-06-15T13:28:34.234" v="554" actId="1076"/>
          <ac:spMkLst>
            <pc:docMk/>
            <pc:sldMk cId="4182148033" sldId="293"/>
            <ac:spMk id="60" creationId="{0031CE36-F77D-3964-C169-771DBA49D28A}"/>
          </ac:spMkLst>
        </pc:spChg>
        <pc:graphicFrameChg chg="add mod ord modGraphic">
          <ac:chgData name="Bhavesh Bansode" userId="3852c6fa24ff0efa" providerId="LiveId" clId="{F209C2E4-47A1-4B67-819C-9FC31DBE4605}" dt="2026-06-15T13:39:18.147" v="626" actId="14100"/>
          <ac:graphicFrameMkLst>
            <pc:docMk/>
            <pc:sldMk cId="4182148033" sldId="293"/>
            <ac:graphicFrameMk id="9" creationId="{3E22330B-5364-3FC5-EB76-62039FC412B0}"/>
          </ac:graphicFrameMkLst>
        </pc:graphicFrameChg>
        <pc:picChg chg="add del mod ord">
          <ac:chgData name="Bhavesh Bansode" userId="3852c6fa24ff0efa" providerId="LiveId" clId="{F209C2E4-47A1-4B67-819C-9FC31DBE4605}" dt="2026-06-15T13:29:36.598" v="560" actId="478"/>
          <ac:picMkLst>
            <pc:docMk/>
            <pc:sldMk cId="4182148033" sldId="293"/>
            <ac:picMk id="4" creationId="{D7248FA1-B9A9-1579-EEAE-E61CD4EB3D0D}"/>
          </ac:picMkLst>
        </pc:picChg>
        <pc:picChg chg="add mod ord">
          <ac:chgData name="Bhavesh Bansode" userId="3852c6fa24ff0efa" providerId="LiveId" clId="{F209C2E4-47A1-4B67-819C-9FC31DBE4605}" dt="2026-06-15T13:39:31.393" v="631" actId="14100"/>
          <ac:picMkLst>
            <pc:docMk/>
            <pc:sldMk cId="4182148033" sldId="293"/>
            <ac:picMk id="8" creationId="{E87D81DC-A2E7-3601-0565-827768303C62}"/>
          </ac:picMkLst>
        </pc:picChg>
      </pc:sldChg>
      <pc:sldChg chg="del">
        <pc:chgData name="Bhavesh Bansode" userId="3852c6fa24ff0efa" providerId="LiveId" clId="{F209C2E4-47A1-4B67-819C-9FC31DBE4605}" dt="2026-06-16T08:43:37.258" v="816" actId="47"/>
        <pc:sldMkLst>
          <pc:docMk/>
          <pc:sldMk cId="2519727083" sldId="295"/>
        </pc:sldMkLst>
      </pc:sldChg>
      <pc:sldChg chg="addSp delSp modSp mod modClrScheme chgLayout">
        <pc:chgData name="Bhavesh Bansode" userId="3852c6fa24ff0efa" providerId="LiveId" clId="{F209C2E4-47A1-4B67-819C-9FC31DBE4605}" dt="2026-06-15T07:38:04.594" v="231" actId="1076"/>
        <pc:sldMkLst>
          <pc:docMk/>
          <pc:sldMk cId="2735087570" sldId="298"/>
        </pc:sldMkLst>
        <pc:spChg chg="mod ord">
          <ac:chgData name="Bhavesh Bansode" userId="3852c6fa24ff0efa" providerId="LiveId" clId="{F209C2E4-47A1-4B67-819C-9FC31DBE4605}" dt="2026-06-15T07:38:04.594" v="231" actId="1076"/>
          <ac:spMkLst>
            <pc:docMk/>
            <pc:sldMk cId="2735087570" sldId="298"/>
            <ac:spMk id="2" creationId="{9B5A61EC-5F42-6AB8-DF35-480F070288EB}"/>
          </ac:spMkLst>
        </pc:spChg>
        <pc:spChg chg="del mod">
          <ac:chgData name="Bhavesh Bansode" userId="3852c6fa24ff0efa" providerId="LiveId" clId="{F209C2E4-47A1-4B67-819C-9FC31DBE4605}" dt="2026-06-15T07:29:13.141" v="49" actId="478"/>
          <ac:spMkLst>
            <pc:docMk/>
            <pc:sldMk cId="2735087570" sldId="298"/>
            <ac:spMk id="3" creationId="{2A399339-FABF-04A2-4090-C38B947B2B8B}"/>
          </ac:spMkLst>
        </pc:spChg>
        <pc:spChg chg="add del mod">
          <ac:chgData name="Bhavesh Bansode" userId="3852c6fa24ff0efa" providerId="LiveId" clId="{F209C2E4-47A1-4B67-819C-9FC31DBE4605}" dt="2026-06-15T07:29:15.015" v="50" actId="478"/>
          <ac:spMkLst>
            <pc:docMk/>
            <pc:sldMk cId="2735087570" sldId="298"/>
            <ac:spMk id="5" creationId="{000F2755-F05E-CD4F-3502-66CCB3173AE0}"/>
          </ac:spMkLst>
        </pc:spChg>
        <pc:spChg chg="add del mod ord">
          <ac:chgData name="Bhavesh Bansode" userId="3852c6fa24ff0efa" providerId="LiveId" clId="{F209C2E4-47A1-4B67-819C-9FC31DBE4605}" dt="2026-06-15T07:29:25.737" v="52" actId="478"/>
          <ac:spMkLst>
            <pc:docMk/>
            <pc:sldMk cId="2735087570" sldId="298"/>
            <ac:spMk id="6" creationId="{C985B683-7C38-0BE3-3040-B7E2543833D0}"/>
          </ac:spMkLst>
        </pc:spChg>
        <pc:spChg chg="add del mod">
          <ac:chgData name="Bhavesh Bansode" userId="3852c6fa24ff0efa" providerId="LiveId" clId="{F209C2E4-47A1-4B67-819C-9FC31DBE4605}" dt="2026-06-15T07:29:48.663" v="54" actId="1032"/>
          <ac:spMkLst>
            <pc:docMk/>
            <pc:sldMk cId="2735087570" sldId="298"/>
            <ac:spMk id="8" creationId="{80CD7025-3133-D699-E8AD-89CDE7C3B0EB}"/>
          </ac:spMkLst>
        </pc:spChg>
        <pc:spChg chg="add del mod">
          <ac:chgData name="Bhavesh Bansode" userId="3852c6fa24ff0efa" providerId="LiveId" clId="{F209C2E4-47A1-4B67-819C-9FC31DBE4605}" dt="2026-06-15T07:30:32.350" v="56" actId="1032"/>
          <ac:spMkLst>
            <pc:docMk/>
            <pc:sldMk cId="2735087570" sldId="298"/>
            <ac:spMk id="11" creationId="{8C0B8D28-A765-670E-70B3-B213C9D66D5C}"/>
          </ac:spMkLst>
        </pc:spChg>
        <pc:graphicFrameChg chg="add del modGraphic">
          <ac:chgData name="Bhavesh Bansode" userId="3852c6fa24ff0efa" providerId="LiveId" clId="{F209C2E4-47A1-4B67-819C-9FC31DBE4605}" dt="2026-06-15T07:29:52.970" v="55" actId="478"/>
          <ac:graphicFrameMkLst>
            <pc:docMk/>
            <pc:sldMk cId="2735087570" sldId="298"/>
            <ac:graphicFrameMk id="9" creationId="{342AF228-DB17-E561-2C90-A18C5244ABDD}"/>
          </ac:graphicFrameMkLst>
        </pc:graphicFrameChg>
        <pc:graphicFrameChg chg="add mod modGraphic">
          <ac:chgData name="Bhavesh Bansode" userId="3852c6fa24ff0efa" providerId="LiveId" clId="{F209C2E4-47A1-4B67-819C-9FC31DBE4605}" dt="2026-06-15T07:36:14.551" v="221" actId="14100"/>
          <ac:graphicFrameMkLst>
            <pc:docMk/>
            <pc:sldMk cId="2735087570" sldId="298"/>
            <ac:graphicFrameMk id="13" creationId="{8DDED6F5-B116-26B6-A983-67AAF874F4BF}"/>
          </ac:graphicFrameMkLst>
        </pc:graphicFrameChg>
        <pc:graphicFrameChg chg="add mod">
          <ac:chgData name="Bhavesh Bansode" userId="3852c6fa24ff0efa" providerId="LiveId" clId="{F209C2E4-47A1-4B67-819C-9FC31DBE4605}" dt="2026-06-15T07:37:53.100" v="229" actId="1076"/>
          <ac:graphicFrameMkLst>
            <pc:docMk/>
            <pc:sldMk cId="2735087570" sldId="298"/>
            <ac:graphicFrameMk id="15" creationId="{2BF6DE64-681D-B12F-F3F7-77CCF8323AA9}"/>
          </ac:graphicFrameMkLst>
        </pc:graphicFrameChg>
        <pc:picChg chg="del mod ord">
          <ac:chgData name="Bhavesh Bansode" userId="3852c6fa24ff0efa" providerId="LiveId" clId="{F209C2E4-47A1-4B67-819C-9FC31DBE4605}" dt="2026-06-15T07:29:26.622" v="53" actId="478"/>
          <ac:picMkLst>
            <pc:docMk/>
            <pc:sldMk cId="2735087570" sldId="298"/>
            <ac:picMk id="12" creationId="{7372550F-E2C0-2C0B-0ABA-5672CEBF71D0}"/>
          </ac:picMkLst>
        </pc:picChg>
      </pc:sldChg>
      <pc:sldChg chg="addSp delSp modSp mod">
        <pc:chgData name="Bhavesh Bansode" userId="3852c6fa24ff0efa" providerId="LiveId" clId="{F209C2E4-47A1-4B67-819C-9FC31DBE4605}" dt="2026-06-16T08:45:49.721" v="949" actId="313"/>
        <pc:sldMkLst>
          <pc:docMk/>
          <pc:sldMk cId="1148227982" sldId="300"/>
        </pc:sldMkLst>
        <pc:spChg chg="mod">
          <ac:chgData name="Bhavesh Bansode" userId="3852c6fa24ff0efa" providerId="LiveId" clId="{F209C2E4-47A1-4B67-819C-9FC31DBE4605}" dt="2026-06-16T08:45:30.354" v="946" actId="1076"/>
          <ac:spMkLst>
            <pc:docMk/>
            <pc:sldMk cId="1148227982" sldId="300"/>
            <ac:spMk id="2" creationId="{5E5CEC29-2F05-D7E4-A266-08C74BE4F5F8}"/>
          </ac:spMkLst>
        </pc:spChg>
        <pc:spChg chg="add mod">
          <ac:chgData name="Bhavesh Bansode" userId="3852c6fa24ff0efa" providerId="LiveId" clId="{F209C2E4-47A1-4B67-819C-9FC31DBE4605}" dt="2026-06-16T08:45:49.721" v="949" actId="313"/>
          <ac:spMkLst>
            <pc:docMk/>
            <pc:sldMk cId="1148227982" sldId="300"/>
            <ac:spMk id="3" creationId="{9652697B-EDCC-4260-9FBC-E78219755680}"/>
          </ac:spMkLst>
        </pc:spChg>
        <pc:spChg chg="add del mod">
          <ac:chgData name="Bhavesh Bansode" userId="3852c6fa24ff0efa" providerId="LiveId" clId="{F209C2E4-47A1-4B67-819C-9FC31DBE4605}" dt="2026-06-16T08:45:10.443" v="942" actId="478"/>
          <ac:spMkLst>
            <pc:docMk/>
            <pc:sldMk cId="1148227982" sldId="300"/>
            <ac:spMk id="6" creationId="{93741A21-6530-66DD-8FE5-D7322FF2EAC8}"/>
          </ac:spMkLst>
        </pc:spChg>
        <pc:picChg chg="del">
          <ac:chgData name="Bhavesh Bansode" userId="3852c6fa24ff0efa" providerId="LiveId" clId="{F209C2E4-47A1-4B67-819C-9FC31DBE4605}" dt="2026-06-16T08:45:08.580" v="941" actId="478"/>
          <ac:picMkLst>
            <pc:docMk/>
            <pc:sldMk cId="1148227982" sldId="300"/>
            <ac:picMk id="5" creationId="{867EED95-1785-2CFF-AB72-C7852C4B1E15}"/>
          </ac:picMkLst>
        </pc:picChg>
      </pc:sldChg>
      <pc:sldChg chg="modSp add mod">
        <pc:chgData name="Bhavesh Bansode" userId="3852c6fa24ff0efa" providerId="LiveId" clId="{F209C2E4-47A1-4B67-819C-9FC31DBE4605}" dt="2026-06-15T13:08:47.858" v="379" actId="14100"/>
        <pc:sldMkLst>
          <pc:docMk/>
          <pc:sldMk cId="1781441772" sldId="301"/>
        </pc:sldMkLst>
        <pc:spChg chg="mod">
          <ac:chgData name="Bhavesh Bansode" userId="3852c6fa24ff0efa" providerId="LiveId" clId="{F209C2E4-47A1-4B67-819C-9FC31DBE4605}" dt="2026-06-15T07:47:00.415" v="330" actId="14100"/>
          <ac:spMkLst>
            <pc:docMk/>
            <pc:sldMk cId="1781441772" sldId="301"/>
            <ac:spMk id="3" creationId="{D126D712-2F91-ED24-3A43-6497CAD4B5A4}"/>
          </ac:spMkLst>
        </pc:spChg>
        <pc:spChg chg="mod">
          <ac:chgData name="Bhavesh Bansode" userId="3852c6fa24ff0efa" providerId="LiveId" clId="{F209C2E4-47A1-4B67-819C-9FC31DBE4605}" dt="2026-06-15T07:52:17.968" v="376" actId="1076"/>
          <ac:spMkLst>
            <pc:docMk/>
            <pc:sldMk cId="1781441772" sldId="301"/>
            <ac:spMk id="24" creationId="{A1E74C12-08C7-E942-69BC-2A7E723CD9CC}"/>
          </ac:spMkLst>
        </pc:spChg>
        <pc:picChg chg="mod">
          <ac:chgData name="Bhavesh Bansode" userId="3852c6fa24ff0efa" providerId="LiveId" clId="{F209C2E4-47A1-4B67-819C-9FC31DBE4605}" dt="2026-06-15T13:08:44.434" v="378" actId="14100"/>
          <ac:picMkLst>
            <pc:docMk/>
            <pc:sldMk cId="1781441772" sldId="301"/>
            <ac:picMk id="5" creationId="{9A179364-54DC-A69C-A0EA-ECBA4E55B8FE}"/>
          </ac:picMkLst>
        </pc:picChg>
        <pc:picChg chg="mod">
          <ac:chgData name="Bhavesh Bansode" userId="3852c6fa24ff0efa" providerId="LiveId" clId="{F209C2E4-47A1-4B67-819C-9FC31DBE4605}" dt="2026-06-15T13:08:47.858" v="379" actId="14100"/>
          <ac:picMkLst>
            <pc:docMk/>
            <pc:sldMk cId="1781441772" sldId="301"/>
            <ac:picMk id="18" creationId="{A68D8132-77F1-BEA4-F5B0-F6B337D4AF72}"/>
          </ac:picMkLst>
        </pc:picChg>
        <pc:picChg chg="mod">
          <ac:chgData name="Bhavesh Bansode" userId="3852c6fa24ff0efa" providerId="LiveId" clId="{F209C2E4-47A1-4B67-819C-9FC31DBE4605}" dt="2026-06-15T07:51:07.346" v="368" actId="1076"/>
          <ac:picMkLst>
            <pc:docMk/>
            <pc:sldMk cId="1781441772" sldId="301"/>
            <ac:picMk id="20" creationId="{D8912C0A-1F2B-5DAD-0D90-091BC96A2827}"/>
          </ac:picMkLst>
        </pc:picChg>
      </pc:sldChg>
      <pc:sldChg chg="modSp add mod">
        <pc:chgData name="Bhavesh Bansode" userId="3852c6fa24ff0efa" providerId="LiveId" clId="{F209C2E4-47A1-4B67-819C-9FC31DBE4605}" dt="2026-06-15T14:13:17.078" v="760" actId="1076"/>
        <pc:sldMkLst>
          <pc:docMk/>
          <pc:sldMk cId="1939617388" sldId="302"/>
        </pc:sldMkLst>
        <pc:spChg chg="mod">
          <ac:chgData name="Bhavesh Bansode" userId="3852c6fa24ff0efa" providerId="LiveId" clId="{F209C2E4-47A1-4B67-819C-9FC31DBE4605}" dt="2026-06-15T14:13:17.078" v="760" actId="1076"/>
          <ac:spMkLst>
            <pc:docMk/>
            <pc:sldMk cId="1939617388" sldId="302"/>
            <ac:spMk id="11" creationId="{97720BC1-A8EE-B694-366B-13DE228ECA15}"/>
          </ac:spMkLst>
        </pc:spChg>
        <pc:picChg chg="mod">
          <ac:chgData name="Bhavesh Bansode" userId="3852c6fa24ff0efa" providerId="LiveId" clId="{F209C2E4-47A1-4B67-819C-9FC31DBE4605}" dt="2026-06-15T14:10:47.147" v="745" actId="14826"/>
          <ac:picMkLst>
            <pc:docMk/>
            <pc:sldMk cId="1939617388" sldId="302"/>
            <ac:picMk id="7" creationId="{77FCD807-74AB-DAD0-5EFB-A24A25732EB0}"/>
          </ac:picMkLst>
        </pc:picChg>
        <pc:picChg chg="mod">
          <ac:chgData name="Bhavesh Bansode" userId="3852c6fa24ff0efa" providerId="LiveId" clId="{F209C2E4-47A1-4B67-819C-9FC31DBE4605}" dt="2026-06-15T14:10:55.705" v="746" actId="14826"/>
          <ac:picMkLst>
            <pc:docMk/>
            <pc:sldMk cId="1939617388" sldId="302"/>
            <ac:picMk id="9" creationId="{18C76E3F-71FC-3944-2DD5-F70960100E39}"/>
          </ac:picMkLst>
        </pc:picChg>
      </pc:sldChg>
      <pc:sldMasterChg chg="delSldLayout">
        <pc:chgData name="Bhavesh Bansode" userId="3852c6fa24ff0efa" providerId="LiveId" clId="{F209C2E4-47A1-4B67-819C-9FC31DBE4605}" dt="2026-06-15T07:36:39.967" v="224" actId="47"/>
        <pc:sldMasterMkLst>
          <pc:docMk/>
          <pc:sldMasterMk cId="2020574204" sldId="2147483648"/>
        </pc:sldMasterMkLst>
        <pc:sldLayoutChg chg="del">
          <pc:chgData name="Bhavesh Bansode" userId="3852c6fa24ff0efa" providerId="LiveId" clId="{F209C2E4-47A1-4B67-819C-9FC31DBE4605}" dt="2026-06-15T07:36:39.967" v="224" actId="47"/>
          <pc:sldLayoutMkLst>
            <pc:docMk/>
            <pc:sldMasterMk cId="2020574204" sldId="2147483648"/>
            <pc:sldLayoutMk cId="453787407" sldId="214748367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BA4436-1EEA-4CFC-8940-9966D4B2A9B8}" type="doc">
      <dgm:prSet loTypeId="urn:microsoft.com/office/officeart/2005/8/layout/bProcess3" loCatId="process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57790A7-6CB0-4A51-B7ED-B87F6EFF2D06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Raw Data</a:t>
          </a:r>
          <a:endParaRPr lang="en-IN" dirty="0"/>
        </a:p>
      </dgm:t>
    </dgm:pt>
    <dgm:pt modelId="{2FAF4F9F-444E-4A4C-8055-83964D625447}" type="parTrans" cxnId="{B4D3E83D-7E4B-4317-9FC0-73645BF265CD}">
      <dgm:prSet/>
      <dgm:spPr/>
      <dgm:t>
        <a:bodyPr/>
        <a:lstStyle/>
        <a:p>
          <a:endParaRPr lang="en-IN"/>
        </a:p>
      </dgm:t>
    </dgm:pt>
    <dgm:pt modelId="{867CEA20-8AF4-4541-B687-D3656A01E7FE}" type="sibTrans" cxnId="{B4D3E83D-7E4B-4317-9FC0-73645BF265CD}">
      <dgm:prSet/>
      <dgm:spPr/>
      <dgm:t>
        <a:bodyPr/>
        <a:lstStyle/>
        <a:p>
          <a:endParaRPr lang="en-IN"/>
        </a:p>
      </dgm:t>
    </dgm:pt>
    <dgm:pt modelId="{CDE12870-A881-4064-A5A2-F32F9678A64E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Data Cleaning</a:t>
          </a:r>
          <a:endParaRPr lang="en-IN" dirty="0"/>
        </a:p>
      </dgm:t>
    </dgm:pt>
    <dgm:pt modelId="{1E175407-6DC9-4D27-90D3-0543A42B6AAE}" type="parTrans" cxnId="{701F2C37-0CCE-4F3A-BF2C-9FDFC7BC05B9}">
      <dgm:prSet/>
      <dgm:spPr/>
      <dgm:t>
        <a:bodyPr/>
        <a:lstStyle/>
        <a:p>
          <a:endParaRPr lang="en-IN"/>
        </a:p>
      </dgm:t>
    </dgm:pt>
    <dgm:pt modelId="{12A66D82-EDBB-4C2D-A309-0082219EF4B1}" type="sibTrans" cxnId="{701F2C37-0CCE-4F3A-BF2C-9FDFC7BC05B9}">
      <dgm:prSet/>
      <dgm:spPr/>
      <dgm:t>
        <a:bodyPr/>
        <a:lstStyle/>
        <a:p>
          <a:endParaRPr lang="en-IN"/>
        </a:p>
      </dgm:t>
    </dgm:pt>
    <dgm:pt modelId="{C3C74177-6F3A-4467-9C5C-7B754418DF22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Exploratory Data Analysis</a:t>
          </a:r>
          <a:endParaRPr lang="en-IN" dirty="0"/>
        </a:p>
      </dgm:t>
    </dgm:pt>
    <dgm:pt modelId="{1377C01D-336A-4AF8-8EE9-849D8D1E9E32}" type="parTrans" cxnId="{A1AA5794-96AB-4727-8903-5E485494FC40}">
      <dgm:prSet/>
      <dgm:spPr/>
      <dgm:t>
        <a:bodyPr/>
        <a:lstStyle/>
        <a:p>
          <a:endParaRPr lang="en-IN"/>
        </a:p>
      </dgm:t>
    </dgm:pt>
    <dgm:pt modelId="{4EEBABA1-C790-4003-B7D8-4907516D32D9}" type="sibTrans" cxnId="{A1AA5794-96AB-4727-8903-5E485494FC40}">
      <dgm:prSet/>
      <dgm:spPr/>
      <dgm:t>
        <a:bodyPr/>
        <a:lstStyle/>
        <a:p>
          <a:endParaRPr lang="en-IN"/>
        </a:p>
      </dgm:t>
    </dgm:pt>
    <dgm:pt modelId="{72E4A071-93AC-406B-9AFE-3BCF8AB3574F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SQLite Database</a:t>
          </a:r>
          <a:endParaRPr lang="en-IN" dirty="0"/>
        </a:p>
      </dgm:t>
    </dgm:pt>
    <dgm:pt modelId="{CDCD5D48-F0F4-4E07-8433-B151B3BA4F31}" type="parTrans" cxnId="{DB40A709-7E4A-476C-99C6-A0BBFA57351F}">
      <dgm:prSet/>
      <dgm:spPr/>
      <dgm:t>
        <a:bodyPr/>
        <a:lstStyle/>
        <a:p>
          <a:endParaRPr lang="en-IN"/>
        </a:p>
      </dgm:t>
    </dgm:pt>
    <dgm:pt modelId="{E7259800-CC0E-469C-9375-F86374077BAD}" type="sibTrans" cxnId="{DB40A709-7E4A-476C-99C6-A0BBFA57351F}">
      <dgm:prSet/>
      <dgm:spPr/>
      <dgm:t>
        <a:bodyPr/>
        <a:lstStyle/>
        <a:p>
          <a:endParaRPr lang="en-IN"/>
        </a:p>
      </dgm:t>
    </dgm:pt>
    <dgm:pt modelId="{20509F05-4823-4F05-9FA1-C158EA6EC8F7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Performance Analytics</a:t>
          </a:r>
          <a:endParaRPr lang="en-IN" dirty="0"/>
        </a:p>
      </dgm:t>
    </dgm:pt>
    <dgm:pt modelId="{5331D455-C6B2-4097-BB97-9DCF04C778B4}" type="parTrans" cxnId="{EFA90CEB-193D-4554-801C-E89317FECB1C}">
      <dgm:prSet/>
      <dgm:spPr/>
      <dgm:t>
        <a:bodyPr/>
        <a:lstStyle/>
        <a:p>
          <a:endParaRPr lang="en-IN"/>
        </a:p>
      </dgm:t>
    </dgm:pt>
    <dgm:pt modelId="{011BB082-8DAE-43D8-870C-1B61D29952C5}" type="sibTrans" cxnId="{EFA90CEB-193D-4554-801C-E89317FECB1C}">
      <dgm:prSet/>
      <dgm:spPr/>
      <dgm:t>
        <a:bodyPr/>
        <a:lstStyle/>
        <a:p>
          <a:endParaRPr lang="en-IN"/>
        </a:p>
      </dgm:t>
    </dgm:pt>
    <dgm:pt modelId="{522F5539-B56C-481A-806D-69F9704B54B7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Power BI Dashboard</a:t>
          </a:r>
          <a:endParaRPr lang="en-IN" dirty="0"/>
        </a:p>
      </dgm:t>
    </dgm:pt>
    <dgm:pt modelId="{8B45729E-4A55-4941-ABA1-86964876A7A5}" type="parTrans" cxnId="{E93E6850-5198-4E5A-8FDF-7862A2ED0588}">
      <dgm:prSet/>
      <dgm:spPr/>
      <dgm:t>
        <a:bodyPr/>
        <a:lstStyle/>
        <a:p>
          <a:endParaRPr lang="en-IN"/>
        </a:p>
      </dgm:t>
    </dgm:pt>
    <dgm:pt modelId="{51517CD9-8ACD-435D-A5D5-19341BF9059B}" type="sibTrans" cxnId="{E93E6850-5198-4E5A-8FDF-7862A2ED0588}">
      <dgm:prSet/>
      <dgm:spPr/>
      <dgm:t>
        <a:bodyPr/>
        <a:lstStyle/>
        <a:p>
          <a:endParaRPr lang="en-IN"/>
        </a:p>
      </dgm:t>
    </dgm:pt>
    <dgm:pt modelId="{8808408D-92F8-4A5F-BF3E-E3C1F8BB236B}">
      <dgm:prSet phldrT="[Text]" phldr="0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 Dashboard</a:t>
          </a:r>
          <a:endParaRPr lang="en-IN" dirty="0"/>
        </a:p>
      </dgm:t>
    </dgm:pt>
    <dgm:pt modelId="{7F8A2DE0-214B-4147-8B39-0E99B3735D7B}" type="parTrans" cxnId="{7568F367-DBB4-4314-8F9C-E036B35E7F67}">
      <dgm:prSet/>
      <dgm:spPr/>
      <dgm:t>
        <a:bodyPr/>
        <a:lstStyle/>
        <a:p>
          <a:endParaRPr lang="en-IN"/>
        </a:p>
      </dgm:t>
    </dgm:pt>
    <dgm:pt modelId="{DE812755-9721-4E93-8CE1-36976B8C714A}" type="sibTrans" cxnId="{7568F367-DBB4-4314-8F9C-E036B35E7F67}">
      <dgm:prSet/>
      <dgm:spPr/>
      <dgm:t>
        <a:bodyPr/>
        <a:lstStyle/>
        <a:p>
          <a:endParaRPr lang="en-IN"/>
        </a:p>
      </dgm:t>
    </dgm:pt>
    <dgm:pt modelId="{A000A375-ED3F-4BF5-9E9D-851DA0AC200E}" type="pres">
      <dgm:prSet presAssocID="{83BA4436-1EEA-4CFC-8940-9966D4B2A9B8}" presName="Name0" presStyleCnt="0">
        <dgm:presLayoutVars>
          <dgm:dir/>
          <dgm:resizeHandles val="exact"/>
        </dgm:presLayoutVars>
      </dgm:prSet>
      <dgm:spPr/>
    </dgm:pt>
    <dgm:pt modelId="{9388F1E0-133A-4AF1-A089-77647F3E3496}" type="pres">
      <dgm:prSet presAssocID="{157790A7-6CB0-4A51-B7ED-B87F6EFF2D06}" presName="node" presStyleLbl="node1" presStyleIdx="0" presStyleCnt="7">
        <dgm:presLayoutVars>
          <dgm:bulletEnabled val="1"/>
        </dgm:presLayoutVars>
      </dgm:prSet>
      <dgm:spPr/>
    </dgm:pt>
    <dgm:pt modelId="{267C2F65-1DD6-48DC-BD86-8397F6FC8412}" type="pres">
      <dgm:prSet presAssocID="{867CEA20-8AF4-4541-B687-D3656A01E7FE}" presName="sibTrans" presStyleLbl="sibTrans1D1" presStyleIdx="0" presStyleCnt="6"/>
      <dgm:spPr/>
    </dgm:pt>
    <dgm:pt modelId="{BDD4845A-8D64-486E-B64E-A38959B418FB}" type="pres">
      <dgm:prSet presAssocID="{867CEA20-8AF4-4541-B687-D3656A01E7FE}" presName="connectorText" presStyleLbl="sibTrans1D1" presStyleIdx="0" presStyleCnt="6"/>
      <dgm:spPr/>
    </dgm:pt>
    <dgm:pt modelId="{F5E91BAD-1E02-46B8-BD66-8688EF6A345D}" type="pres">
      <dgm:prSet presAssocID="{CDE12870-A881-4064-A5A2-F32F9678A64E}" presName="node" presStyleLbl="node1" presStyleIdx="1" presStyleCnt="7">
        <dgm:presLayoutVars>
          <dgm:bulletEnabled val="1"/>
        </dgm:presLayoutVars>
      </dgm:prSet>
      <dgm:spPr/>
    </dgm:pt>
    <dgm:pt modelId="{4149322E-A081-4FED-8FE0-10F177027303}" type="pres">
      <dgm:prSet presAssocID="{12A66D82-EDBB-4C2D-A309-0082219EF4B1}" presName="sibTrans" presStyleLbl="sibTrans1D1" presStyleIdx="1" presStyleCnt="6"/>
      <dgm:spPr/>
    </dgm:pt>
    <dgm:pt modelId="{0A21C75B-2E8D-4A9D-8223-B602915E0817}" type="pres">
      <dgm:prSet presAssocID="{12A66D82-EDBB-4C2D-A309-0082219EF4B1}" presName="connectorText" presStyleLbl="sibTrans1D1" presStyleIdx="1" presStyleCnt="6"/>
      <dgm:spPr/>
    </dgm:pt>
    <dgm:pt modelId="{97694E6B-D992-487B-894B-0BA0BBDBFB78}" type="pres">
      <dgm:prSet presAssocID="{72E4A071-93AC-406B-9AFE-3BCF8AB3574F}" presName="node" presStyleLbl="node1" presStyleIdx="2" presStyleCnt="7">
        <dgm:presLayoutVars>
          <dgm:bulletEnabled val="1"/>
        </dgm:presLayoutVars>
      </dgm:prSet>
      <dgm:spPr/>
    </dgm:pt>
    <dgm:pt modelId="{3E172987-1E99-44B1-98AD-6AF7E496C805}" type="pres">
      <dgm:prSet presAssocID="{E7259800-CC0E-469C-9375-F86374077BAD}" presName="sibTrans" presStyleLbl="sibTrans1D1" presStyleIdx="2" presStyleCnt="6"/>
      <dgm:spPr/>
    </dgm:pt>
    <dgm:pt modelId="{5F54822A-41D9-4D08-A84C-D154B29937BA}" type="pres">
      <dgm:prSet presAssocID="{E7259800-CC0E-469C-9375-F86374077BAD}" presName="connectorText" presStyleLbl="sibTrans1D1" presStyleIdx="2" presStyleCnt="6"/>
      <dgm:spPr/>
    </dgm:pt>
    <dgm:pt modelId="{36EBB209-B9EB-410E-9C7D-DB8ED1F4E6CA}" type="pres">
      <dgm:prSet presAssocID="{C3C74177-6F3A-4467-9C5C-7B754418DF22}" presName="node" presStyleLbl="node1" presStyleIdx="3" presStyleCnt="7">
        <dgm:presLayoutVars>
          <dgm:bulletEnabled val="1"/>
        </dgm:presLayoutVars>
      </dgm:prSet>
      <dgm:spPr/>
    </dgm:pt>
    <dgm:pt modelId="{53326705-92EE-4037-A654-D590E3A118A0}" type="pres">
      <dgm:prSet presAssocID="{4EEBABA1-C790-4003-B7D8-4907516D32D9}" presName="sibTrans" presStyleLbl="sibTrans1D1" presStyleIdx="3" presStyleCnt="6"/>
      <dgm:spPr/>
    </dgm:pt>
    <dgm:pt modelId="{ED828285-42D5-43EF-A3C2-FEB087E780D2}" type="pres">
      <dgm:prSet presAssocID="{4EEBABA1-C790-4003-B7D8-4907516D32D9}" presName="connectorText" presStyleLbl="sibTrans1D1" presStyleIdx="3" presStyleCnt="6"/>
      <dgm:spPr/>
    </dgm:pt>
    <dgm:pt modelId="{1209F769-34A6-4454-946D-6A23F75B46C9}" type="pres">
      <dgm:prSet presAssocID="{20509F05-4823-4F05-9FA1-C158EA6EC8F7}" presName="node" presStyleLbl="node1" presStyleIdx="4" presStyleCnt="7">
        <dgm:presLayoutVars>
          <dgm:bulletEnabled val="1"/>
        </dgm:presLayoutVars>
      </dgm:prSet>
      <dgm:spPr/>
    </dgm:pt>
    <dgm:pt modelId="{BA640A15-4580-4F95-BDC8-E2FF8E870F6E}" type="pres">
      <dgm:prSet presAssocID="{011BB082-8DAE-43D8-870C-1B61D29952C5}" presName="sibTrans" presStyleLbl="sibTrans1D1" presStyleIdx="4" presStyleCnt="6"/>
      <dgm:spPr/>
    </dgm:pt>
    <dgm:pt modelId="{B997873C-BA93-4087-9B00-3153BBD25259}" type="pres">
      <dgm:prSet presAssocID="{011BB082-8DAE-43D8-870C-1B61D29952C5}" presName="connectorText" presStyleLbl="sibTrans1D1" presStyleIdx="4" presStyleCnt="6"/>
      <dgm:spPr/>
    </dgm:pt>
    <dgm:pt modelId="{12494A55-7368-43C0-83BD-29513E5B4E15}" type="pres">
      <dgm:prSet presAssocID="{522F5539-B56C-481A-806D-69F9704B54B7}" presName="node" presStyleLbl="node1" presStyleIdx="5" presStyleCnt="7">
        <dgm:presLayoutVars>
          <dgm:bulletEnabled val="1"/>
        </dgm:presLayoutVars>
      </dgm:prSet>
      <dgm:spPr/>
    </dgm:pt>
    <dgm:pt modelId="{14F0892C-1042-4F26-852C-80133283EE3A}" type="pres">
      <dgm:prSet presAssocID="{51517CD9-8ACD-435D-A5D5-19341BF9059B}" presName="sibTrans" presStyleLbl="sibTrans1D1" presStyleIdx="5" presStyleCnt="6"/>
      <dgm:spPr/>
    </dgm:pt>
    <dgm:pt modelId="{E2AD7467-DCB4-489F-A8E2-51EBDF9D7E53}" type="pres">
      <dgm:prSet presAssocID="{51517CD9-8ACD-435D-A5D5-19341BF9059B}" presName="connectorText" presStyleLbl="sibTrans1D1" presStyleIdx="5" presStyleCnt="6"/>
      <dgm:spPr/>
    </dgm:pt>
    <dgm:pt modelId="{B4C72F70-C242-46F7-B62E-DF90E4A989B1}" type="pres">
      <dgm:prSet presAssocID="{8808408D-92F8-4A5F-BF3E-E3C1F8BB236B}" presName="node" presStyleLbl="node1" presStyleIdx="6" presStyleCnt="7">
        <dgm:presLayoutVars>
          <dgm:bulletEnabled val="1"/>
        </dgm:presLayoutVars>
      </dgm:prSet>
      <dgm:spPr/>
    </dgm:pt>
  </dgm:ptLst>
  <dgm:cxnLst>
    <dgm:cxn modelId="{DB40A709-7E4A-476C-99C6-A0BBFA57351F}" srcId="{83BA4436-1EEA-4CFC-8940-9966D4B2A9B8}" destId="{72E4A071-93AC-406B-9AFE-3BCF8AB3574F}" srcOrd="2" destOrd="0" parTransId="{CDCD5D48-F0F4-4E07-8433-B151B3BA4F31}" sibTransId="{E7259800-CC0E-469C-9375-F86374077BAD}"/>
    <dgm:cxn modelId="{9C4DA90A-736A-434A-BA00-96EEB3333618}" type="presOf" srcId="{867CEA20-8AF4-4541-B687-D3656A01E7FE}" destId="{267C2F65-1DD6-48DC-BD86-8397F6FC8412}" srcOrd="0" destOrd="0" presId="urn:microsoft.com/office/officeart/2005/8/layout/bProcess3"/>
    <dgm:cxn modelId="{1BC75C0C-59AA-41F1-BC3B-816DEE948975}" type="presOf" srcId="{12A66D82-EDBB-4C2D-A309-0082219EF4B1}" destId="{4149322E-A081-4FED-8FE0-10F177027303}" srcOrd="0" destOrd="0" presId="urn:microsoft.com/office/officeart/2005/8/layout/bProcess3"/>
    <dgm:cxn modelId="{12C78714-48A4-4483-90A0-A22D5661564A}" type="presOf" srcId="{E7259800-CC0E-469C-9375-F86374077BAD}" destId="{3E172987-1E99-44B1-98AD-6AF7E496C805}" srcOrd="0" destOrd="0" presId="urn:microsoft.com/office/officeart/2005/8/layout/bProcess3"/>
    <dgm:cxn modelId="{4A5EB725-8EE8-45B9-AB2A-0A247212A4AE}" type="presOf" srcId="{522F5539-B56C-481A-806D-69F9704B54B7}" destId="{12494A55-7368-43C0-83BD-29513E5B4E15}" srcOrd="0" destOrd="0" presId="urn:microsoft.com/office/officeart/2005/8/layout/bProcess3"/>
    <dgm:cxn modelId="{701F2C37-0CCE-4F3A-BF2C-9FDFC7BC05B9}" srcId="{83BA4436-1EEA-4CFC-8940-9966D4B2A9B8}" destId="{CDE12870-A881-4064-A5A2-F32F9678A64E}" srcOrd="1" destOrd="0" parTransId="{1E175407-6DC9-4D27-90D3-0543A42B6AAE}" sibTransId="{12A66D82-EDBB-4C2D-A309-0082219EF4B1}"/>
    <dgm:cxn modelId="{B4D3E83D-7E4B-4317-9FC0-73645BF265CD}" srcId="{83BA4436-1EEA-4CFC-8940-9966D4B2A9B8}" destId="{157790A7-6CB0-4A51-B7ED-B87F6EFF2D06}" srcOrd="0" destOrd="0" parTransId="{2FAF4F9F-444E-4A4C-8055-83964D625447}" sibTransId="{867CEA20-8AF4-4541-B687-D3656A01E7FE}"/>
    <dgm:cxn modelId="{30094E61-A53E-4DE2-8D9F-02A03BCD08AE}" type="presOf" srcId="{51517CD9-8ACD-435D-A5D5-19341BF9059B}" destId="{14F0892C-1042-4F26-852C-80133283EE3A}" srcOrd="0" destOrd="0" presId="urn:microsoft.com/office/officeart/2005/8/layout/bProcess3"/>
    <dgm:cxn modelId="{7568F367-DBB4-4314-8F9C-E036B35E7F67}" srcId="{83BA4436-1EEA-4CFC-8940-9966D4B2A9B8}" destId="{8808408D-92F8-4A5F-BF3E-E3C1F8BB236B}" srcOrd="6" destOrd="0" parTransId="{7F8A2DE0-214B-4147-8B39-0E99B3735D7B}" sibTransId="{DE812755-9721-4E93-8CE1-36976B8C714A}"/>
    <dgm:cxn modelId="{BDE75248-467C-4790-95BA-FCD048ACCE06}" type="presOf" srcId="{8808408D-92F8-4A5F-BF3E-E3C1F8BB236B}" destId="{B4C72F70-C242-46F7-B62E-DF90E4A989B1}" srcOrd="0" destOrd="0" presId="urn:microsoft.com/office/officeart/2005/8/layout/bProcess3"/>
    <dgm:cxn modelId="{E93E6850-5198-4E5A-8FDF-7862A2ED0588}" srcId="{83BA4436-1EEA-4CFC-8940-9966D4B2A9B8}" destId="{522F5539-B56C-481A-806D-69F9704B54B7}" srcOrd="5" destOrd="0" parTransId="{8B45729E-4A55-4941-ABA1-86964876A7A5}" sibTransId="{51517CD9-8ACD-435D-A5D5-19341BF9059B}"/>
    <dgm:cxn modelId="{63F69356-049E-4789-B54E-788880ACBB91}" type="presOf" srcId="{CDE12870-A881-4064-A5A2-F32F9678A64E}" destId="{F5E91BAD-1E02-46B8-BD66-8688EF6A345D}" srcOrd="0" destOrd="0" presId="urn:microsoft.com/office/officeart/2005/8/layout/bProcess3"/>
    <dgm:cxn modelId="{92ED0D80-647E-44AA-8D48-455C0FE3E280}" type="presOf" srcId="{83BA4436-1EEA-4CFC-8940-9966D4B2A9B8}" destId="{A000A375-ED3F-4BF5-9E9D-851DA0AC200E}" srcOrd="0" destOrd="0" presId="urn:microsoft.com/office/officeart/2005/8/layout/bProcess3"/>
    <dgm:cxn modelId="{5393A38B-EEF6-4D92-B05D-BAC78D214D71}" type="presOf" srcId="{72E4A071-93AC-406B-9AFE-3BCF8AB3574F}" destId="{97694E6B-D992-487B-894B-0BA0BBDBFB78}" srcOrd="0" destOrd="0" presId="urn:microsoft.com/office/officeart/2005/8/layout/bProcess3"/>
    <dgm:cxn modelId="{C204AD8C-1220-45A7-9230-FA97C44C02C3}" type="presOf" srcId="{51517CD9-8ACD-435D-A5D5-19341BF9059B}" destId="{E2AD7467-DCB4-489F-A8E2-51EBDF9D7E53}" srcOrd="1" destOrd="0" presId="urn:microsoft.com/office/officeart/2005/8/layout/bProcess3"/>
    <dgm:cxn modelId="{A1AA5794-96AB-4727-8903-5E485494FC40}" srcId="{83BA4436-1EEA-4CFC-8940-9966D4B2A9B8}" destId="{C3C74177-6F3A-4467-9C5C-7B754418DF22}" srcOrd="3" destOrd="0" parTransId="{1377C01D-336A-4AF8-8EE9-849D8D1E9E32}" sibTransId="{4EEBABA1-C790-4003-B7D8-4907516D32D9}"/>
    <dgm:cxn modelId="{0CAAE797-0755-4120-87F6-AC659F0DA4EB}" type="presOf" srcId="{C3C74177-6F3A-4467-9C5C-7B754418DF22}" destId="{36EBB209-B9EB-410E-9C7D-DB8ED1F4E6CA}" srcOrd="0" destOrd="0" presId="urn:microsoft.com/office/officeart/2005/8/layout/bProcess3"/>
    <dgm:cxn modelId="{AAF9AE99-27B5-4A1E-B848-8F2A04DB3399}" type="presOf" srcId="{011BB082-8DAE-43D8-870C-1B61D29952C5}" destId="{B997873C-BA93-4087-9B00-3153BBD25259}" srcOrd="1" destOrd="0" presId="urn:microsoft.com/office/officeart/2005/8/layout/bProcess3"/>
    <dgm:cxn modelId="{B5CD8C9B-3189-4E59-BFA9-ABFA506387AC}" type="presOf" srcId="{011BB082-8DAE-43D8-870C-1B61D29952C5}" destId="{BA640A15-4580-4F95-BDC8-E2FF8E870F6E}" srcOrd="0" destOrd="0" presId="urn:microsoft.com/office/officeart/2005/8/layout/bProcess3"/>
    <dgm:cxn modelId="{B84304AF-0F3A-49A8-9504-31CEC47B2CD0}" type="presOf" srcId="{4EEBABA1-C790-4003-B7D8-4907516D32D9}" destId="{53326705-92EE-4037-A654-D590E3A118A0}" srcOrd="0" destOrd="0" presId="urn:microsoft.com/office/officeart/2005/8/layout/bProcess3"/>
    <dgm:cxn modelId="{5ECE28AF-2114-4585-94C1-46C156EBB3D0}" type="presOf" srcId="{4EEBABA1-C790-4003-B7D8-4907516D32D9}" destId="{ED828285-42D5-43EF-A3C2-FEB087E780D2}" srcOrd="1" destOrd="0" presId="urn:microsoft.com/office/officeart/2005/8/layout/bProcess3"/>
    <dgm:cxn modelId="{E83A05BE-CA68-4C93-B702-29EAFEFD2A1C}" type="presOf" srcId="{12A66D82-EDBB-4C2D-A309-0082219EF4B1}" destId="{0A21C75B-2E8D-4A9D-8223-B602915E0817}" srcOrd="1" destOrd="0" presId="urn:microsoft.com/office/officeart/2005/8/layout/bProcess3"/>
    <dgm:cxn modelId="{49DCE3D4-97DC-432F-968C-F761A178CD5C}" type="presOf" srcId="{E7259800-CC0E-469C-9375-F86374077BAD}" destId="{5F54822A-41D9-4D08-A84C-D154B29937BA}" srcOrd="1" destOrd="0" presId="urn:microsoft.com/office/officeart/2005/8/layout/bProcess3"/>
    <dgm:cxn modelId="{56BCA8D5-C518-42C8-9138-9D3BE7856567}" type="presOf" srcId="{867CEA20-8AF4-4541-B687-D3656A01E7FE}" destId="{BDD4845A-8D64-486E-B64E-A38959B418FB}" srcOrd="1" destOrd="0" presId="urn:microsoft.com/office/officeart/2005/8/layout/bProcess3"/>
    <dgm:cxn modelId="{1E699ED6-8CB7-4A70-86E0-9E5318C99D48}" type="presOf" srcId="{20509F05-4823-4F05-9FA1-C158EA6EC8F7}" destId="{1209F769-34A6-4454-946D-6A23F75B46C9}" srcOrd="0" destOrd="0" presId="urn:microsoft.com/office/officeart/2005/8/layout/bProcess3"/>
    <dgm:cxn modelId="{EFA90CEB-193D-4554-801C-E89317FECB1C}" srcId="{83BA4436-1EEA-4CFC-8940-9966D4B2A9B8}" destId="{20509F05-4823-4F05-9FA1-C158EA6EC8F7}" srcOrd="4" destOrd="0" parTransId="{5331D455-C6B2-4097-BB97-9DCF04C778B4}" sibTransId="{011BB082-8DAE-43D8-870C-1B61D29952C5}"/>
    <dgm:cxn modelId="{5DDD76EC-839B-428C-BF6C-DB70006C4A2E}" type="presOf" srcId="{157790A7-6CB0-4A51-B7ED-B87F6EFF2D06}" destId="{9388F1E0-133A-4AF1-A089-77647F3E3496}" srcOrd="0" destOrd="0" presId="urn:microsoft.com/office/officeart/2005/8/layout/bProcess3"/>
    <dgm:cxn modelId="{6993303F-746D-4FDD-8F2D-853A6213142B}" type="presParOf" srcId="{A000A375-ED3F-4BF5-9E9D-851DA0AC200E}" destId="{9388F1E0-133A-4AF1-A089-77647F3E3496}" srcOrd="0" destOrd="0" presId="urn:microsoft.com/office/officeart/2005/8/layout/bProcess3"/>
    <dgm:cxn modelId="{A94419DE-A9E5-4DC1-88D7-7686955070EC}" type="presParOf" srcId="{A000A375-ED3F-4BF5-9E9D-851DA0AC200E}" destId="{267C2F65-1DD6-48DC-BD86-8397F6FC8412}" srcOrd="1" destOrd="0" presId="urn:microsoft.com/office/officeart/2005/8/layout/bProcess3"/>
    <dgm:cxn modelId="{49E1EC21-CDD8-42FF-A8A8-6FD1FC1678D8}" type="presParOf" srcId="{267C2F65-1DD6-48DC-BD86-8397F6FC8412}" destId="{BDD4845A-8D64-486E-B64E-A38959B418FB}" srcOrd="0" destOrd="0" presId="urn:microsoft.com/office/officeart/2005/8/layout/bProcess3"/>
    <dgm:cxn modelId="{F01CF4A5-10DE-45DE-8D8F-52F9988C9411}" type="presParOf" srcId="{A000A375-ED3F-4BF5-9E9D-851DA0AC200E}" destId="{F5E91BAD-1E02-46B8-BD66-8688EF6A345D}" srcOrd="2" destOrd="0" presId="urn:microsoft.com/office/officeart/2005/8/layout/bProcess3"/>
    <dgm:cxn modelId="{96A51869-8B92-47FD-BB00-6CCC2D7A458C}" type="presParOf" srcId="{A000A375-ED3F-4BF5-9E9D-851DA0AC200E}" destId="{4149322E-A081-4FED-8FE0-10F177027303}" srcOrd="3" destOrd="0" presId="urn:microsoft.com/office/officeart/2005/8/layout/bProcess3"/>
    <dgm:cxn modelId="{EDF7D572-3A2E-448F-B52E-7798B55C9E05}" type="presParOf" srcId="{4149322E-A081-4FED-8FE0-10F177027303}" destId="{0A21C75B-2E8D-4A9D-8223-B602915E0817}" srcOrd="0" destOrd="0" presId="urn:microsoft.com/office/officeart/2005/8/layout/bProcess3"/>
    <dgm:cxn modelId="{4AA5EEB0-0374-40EE-9C76-C72183AA3BDC}" type="presParOf" srcId="{A000A375-ED3F-4BF5-9E9D-851DA0AC200E}" destId="{97694E6B-D992-487B-894B-0BA0BBDBFB78}" srcOrd="4" destOrd="0" presId="urn:microsoft.com/office/officeart/2005/8/layout/bProcess3"/>
    <dgm:cxn modelId="{79A34D51-9205-4127-ACD3-6A7863898D71}" type="presParOf" srcId="{A000A375-ED3F-4BF5-9E9D-851DA0AC200E}" destId="{3E172987-1E99-44B1-98AD-6AF7E496C805}" srcOrd="5" destOrd="0" presId="urn:microsoft.com/office/officeart/2005/8/layout/bProcess3"/>
    <dgm:cxn modelId="{25356B3D-8FA8-43F3-8596-1B47E77D9469}" type="presParOf" srcId="{3E172987-1E99-44B1-98AD-6AF7E496C805}" destId="{5F54822A-41D9-4D08-A84C-D154B29937BA}" srcOrd="0" destOrd="0" presId="urn:microsoft.com/office/officeart/2005/8/layout/bProcess3"/>
    <dgm:cxn modelId="{8E252340-FB00-4B6E-965C-7D33C09298F4}" type="presParOf" srcId="{A000A375-ED3F-4BF5-9E9D-851DA0AC200E}" destId="{36EBB209-B9EB-410E-9C7D-DB8ED1F4E6CA}" srcOrd="6" destOrd="0" presId="urn:microsoft.com/office/officeart/2005/8/layout/bProcess3"/>
    <dgm:cxn modelId="{B69475E7-0AF5-4D31-9B1E-D95B56A4BD8C}" type="presParOf" srcId="{A000A375-ED3F-4BF5-9E9D-851DA0AC200E}" destId="{53326705-92EE-4037-A654-D590E3A118A0}" srcOrd="7" destOrd="0" presId="urn:microsoft.com/office/officeart/2005/8/layout/bProcess3"/>
    <dgm:cxn modelId="{19904C43-B1BE-41F8-BD73-95D25CD07A39}" type="presParOf" srcId="{53326705-92EE-4037-A654-D590E3A118A0}" destId="{ED828285-42D5-43EF-A3C2-FEB087E780D2}" srcOrd="0" destOrd="0" presId="urn:microsoft.com/office/officeart/2005/8/layout/bProcess3"/>
    <dgm:cxn modelId="{E94436F2-ADB1-4931-B3E7-1F0A8C3576DF}" type="presParOf" srcId="{A000A375-ED3F-4BF5-9E9D-851DA0AC200E}" destId="{1209F769-34A6-4454-946D-6A23F75B46C9}" srcOrd="8" destOrd="0" presId="urn:microsoft.com/office/officeart/2005/8/layout/bProcess3"/>
    <dgm:cxn modelId="{00898B4C-6ADE-43E6-9B77-7F71834B74C4}" type="presParOf" srcId="{A000A375-ED3F-4BF5-9E9D-851DA0AC200E}" destId="{BA640A15-4580-4F95-BDC8-E2FF8E870F6E}" srcOrd="9" destOrd="0" presId="urn:microsoft.com/office/officeart/2005/8/layout/bProcess3"/>
    <dgm:cxn modelId="{B2165B8C-A7BB-498B-872E-ECC59292F606}" type="presParOf" srcId="{BA640A15-4580-4F95-BDC8-E2FF8E870F6E}" destId="{B997873C-BA93-4087-9B00-3153BBD25259}" srcOrd="0" destOrd="0" presId="urn:microsoft.com/office/officeart/2005/8/layout/bProcess3"/>
    <dgm:cxn modelId="{521F0FED-171E-404F-AA99-36AACB3435A2}" type="presParOf" srcId="{A000A375-ED3F-4BF5-9E9D-851DA0AC200E}" destId="{12494A55-7368-43C0-83BD-29513E5B4E15}" srcOrd="10" destOrd="0" presId="urn:microsoft.com/office/officeart/2005/8/layout/bProcess3"/>
    <dgm:cxn modelId="{BD398BD8-2AE0-4353-AB62-54E6AD4FAEE3}" type="presParOf" srcId="{A000A375-ED3F-4BF5-9E9D-851DA0AC200E}" destId="{14F0892C-1042-4F26-852C-80133283EE3A}" srcOrd="11" destOrd="0" presId="urn:microsoft.com/office/officeart/2005/8/layout/bProcess3"/>
    <dgm:cxn modelId="{BF83E838-F0CE-4CF7-9357-527DF4A3F49F}" type="presParOf" srcId="{14F0892C-1042-4F26-852C-80133283EE3A}" destId="{E2AD7467-DCB4-489F-A8E2-51EBDF9D7E53}" srcOrd="0" destOrd="0" presId="urn:microsoft.com/office/officeart/2005/8/layout/bProcess3"/>
    <dgm:cxn modelId="{821D455E-0AFC-4027-88F7-899BC7250BF0}" type="presParOf" srcId="{A000A375-ED3F-4BF5-9E9D-851DA0AC200E}" destId="{B4C72F70-C242-46F7-B62E-DF90E4A989B1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462EF6-E31F-4532-97AC-EA0F753FB48B}" type="doc">
      <dgm:prSet loTypeId="urn:microsoft.com/office/officeart/2024/layout/BulletTimelineInvert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5D10C0D-7694-4B79-AFEF-A007DC04BD33}">
      <dgm:prSet phldrT="Add an event" custT="1"/>
      <dgm:spPr/>
      <dgm:t>
        <a:bodyPr/>
        <a:lstStyle/>
        <a:p>
          <a:pPr>
            <a:defRPr b="1"/>
          </a:pPr>
          <a:r>
            <a:rPr lang="en-IN" sz="1600" b="0" i="0" dirty="0">
              <a:solidFill>
                <a:schemeClr val="bg1"/>
              </a:solidFill>
            </a:rPr>
            <a:t>DAY 1 — Project Setup + Data Ingestion (ETL)</a:t>
          </a:r>
          <a:endParaRPr lang="en-IN" sz="1600" dirty="0">
            <a:solidFill>
              <a:schemeClr val="bg1"/>
            </a:solidFill>
          </a:endParaRPr>
        </a:p>
      </dgm:t>
    </dgm:pt>
    <dgm:pt modelId="{4ACBFD84-D209-4F71-AE31-ED84A628DCC5}" type="parTrans" cxnId="{F9BC51BA-CE54-4610-8CC4-566FF4116BE4}">
      <dgm:prSet/>
      <dgm:spPr/>
      <dgm:t>
        <a:bodyPr/>
        <a:lstStyle/>
        <a:p>
          <a:endParaRPr lang="en-IN"/>
        </a:p>
      </dgm:t>
    </dgm:pt>
    <dgm:pt modelId="{1890FCEA-9108-49DC-B20B-5BD3B6AF779F}" type="sibTrans" cxnId="{F9BC51BA-CE54-4610-8CC4-566FF4116BE4}">
      <dgm:prSet/>
      <dgm:spPr/>
      <dgm:t>
        <a:bodyPr/>
        <a:lstStyle/>
        <a:p>
          <a:endParaRPr lang="en-IN"/>
        </a:p>
      </dgm:t>
    </dgm:pt>
    <dgm:pt modelId="{E5792066-683B-4F1C-AC37-5A027FEAD1EB}">
      <dgm:prSet phldrT="Add an event" custT="1"/>
      <dgm:spPr/>
      <dgm:t>
        <a:bodyPr/>
        <a:lstStyle/>
        <a:p>
          <a:pPr>
            <a:defRPr b="1"/>
          </a:pPr>
          <a:r>
            <a:rPr lang="en-IN" sz="1600" b="0" i="0" dirty="0">
              <a:solidFill>
                <a:schemeClr val="bg1"/>
              </a:solidFill>
            </a:rPr>
            <a:t>DAY 2 — Data Cleaning + SQL Database Design</a:t>
          </a:r>
          <a:endParaRPr lang="en-IN" sz="1600" dirty="0">
            <a:solidFill>
              <a:schemeClr val="bg1"/>
            </a:solidFill>
          </a:endParaRPr>
        </a:p>
      </dgm:t>
    </dgm:pt>
    <dgm:pt modelId="{752DF4A0-C46B-471E-ADFA-9E5E1EBAD887}" type="parTrans" cxnId="{C79BCBB4-0F67-4BAD-ADA9-562E0D0FC9F3}">
      <dgm:prSet/>
      <dgm:spPr/>
      <dgm:t>
        <a:bodyPr/>
        <a:lstStyle/>
        <a:p>
          <a:endParaRPr lang="en-IN"/>
        </a:p>
      </dgm:t>
    </dgm:pt>
    <dgm:pt modelId="{FE488D2D-D060-41FF-B666-DDDAD087AD99}" type="sibTrans" cxnId="{C79BCBB4-0F67-4BAD-ADA9-562E0D0FC9F3}">
      <dgm:prSet/>
      <dgm:spPr/>
      <dgm:t>
        <a:bodyPr/>
        <a:lstStyle/>
        <a:p>
          <a:endParaRPr lang="en-IN"/>
        </a:p>
      </dgm:t>
    </dgm:pt>
    <dgm:pt modelId="{B3413358-DD82-4D93-A17D-ADC166BCC87B}">
      <dgm:prSet phldrT="Add an event" custT="1"/>
      <dgm:spPr/>
      <dgm:t>
        <a:bodyPr/>
        <a:lstStyle/>
        <a:p>
          <a:pPr>
            <a:defRPr b="1"/>
          </a:pPr>
          <a:r>
            <a:rPr lang="en-IN" sz="1600" b="0" i="0" dirty="0">
              <a:solidFill>
                <a:schemeClr val="bg1"/>
              </a:solidFill>
            </a:rPr>
            <a:t>DAY 3 — Exploratory Data Analysis (EDA)</a:t>
          </a:r>
          <a:endParaRPr lang="en-IN" sz="1600" dirty="0">
            <a:solidFill>
              <a:schemeClr val="bg1"/>
            </a:solidFill>
          </a:endParaRPr>
        </a:p>
      </dgm:t>
    </dgm:pt>
    <dgm:pt modelId="{2095C12C-B16E-4929-A83C-15FE2C07F790}" type="parTrans" cxnId="{74D8DCD7-775C-48F8-942E-FF8A46FEE622}">
      <dgm:prSet/>
      <dgm:spPr/>
      <dgm:t>
        <a:bodyPr/>
        <a:lstStyle/>
        <a:p>
          <a:endParaRPr lang="en-IN"/>
        </a:p>
      </dgm:t>
    </dgm:pt>
    <dgm:pt modelId="{643822E5-9780-4EE9-BAFD-815835C8CD05}" type="sibTrans" cxnId="{74D8DCD7-775C-48F8-942E-FF8A46FEE622}">
      <dgm:prSet/>
      <dgm:spPr/>
      <dgm:t>
        <a:bodyPr/>
        <a:lstStyle/>
        <a:p>
          <a:endParaRPr lang="en-IN"/>
        </a:p>
      </dgm:t>
    </dgm:pt>
    <dgm:pt modelId="{82C82D95-A80E-4B40-BD33-5C2B10BD40D9}">
      <dgm:prSet phldrT="Add an event" custT="1"/>
      <dgm:spPr/>
      <dgm:t>
        <a:bodyPr/>
        <a:lstStyle/>
        <a:p>
          <a:pPr>
            <a:defRPr b="1"/>
          </a:pPr>
          <a:r>
            <a:rPr lang="en-IN" sz="1600" b="0" i="0" dirty="0">
              <a:solidFill>
                <a:schemeClr val="bg1"/>
              </a:solidFill>
            </a:rPr>
            <a:t>DAY 4 — Fund Performance Analytics</a:t>
          </a:r>
          <a:endParaRPr lang="en-IN" sz="1600" dirty="0">
            <a:solidFill>
              <a:schemeClr val="bg1"/>
            </a:solidFill>
          </a:endParaRPr>
        </a:p>
      </dgm:t>
    </dgm:pt>
    <dgm:pt modelId="{69281154-13A5-4D65-9BC1-E98405ED0240}" type="parTrans" cxnId="{BE3D7567-D052-41D2-B380-E813E52BF256}">
      <dgm:prSet/>
      <dgm:spPr/>
      <dgm:t>
        <a:bodyPr/>
        <a:lstStyle/>
        <a:p>
          <a:endParaRPr lang="en-IN"/>
        </a:p>
      </dgm:t>
    </dgm:pt>
    <dgm:pt modelId="{56346C06-78E3-4FFB-A8F3-4527FD795FED}" type="sibTrans" cxnId="{BE3D7567-D052-41D2-B380-E813E52BF256}">
      <dgm:prSet/>
      <dgm:spPr/>
      <dgm:t>
        <a:bodyPr/>
        <a:lstStyle/>
        <a:p>
          <a:endParaRPr lang="en-IN"/>
        </a:p>
      </dgm:t>
    </dgm:pt>
    <dgm:pt modelId="{52044253-D992-4B3C-938F-944D85D9D051}">
      <dgm:prSet phldrT="Add an event" custT="1"/>
      <dgm:spPr/>
      <dgm:t>
        <a:bodyPr/>
        <a:lstStyle/>
        <a:p>
          <a:pPr>
            <a:defRPr b="1"/>
          </a:pPr>
          <a:r>
            <a:rPr lang="en-IN" sz="1600" b="0" i="0" dirty="0">
              <a:solidFill>
                <a:schemeClr val="bg1"/>
              </a:solidFill>
            </a:rPr>
            <a:t>DAY 5 — Dashboard Development (Power BI / Tableau)</a:t>
          </a:r>
          <a:endParaRPr lang="en-IN" sz="1600" dirty="0">
            <a:solidFill>
              <a:schemeClr val="bg1"/>
            </a:solidFill>
          </a:endParaRPr>
        </a:p>
      </dgm:t>
    </dgm:pt>
    <dgm:pt modelId="{E505E54F-75C4-41FE-980A-70E5BC204D82}" type="parTrans" cxnId="{C8996DC8-0C91-4272-9A0C-479C26FAF67D}">
      <dgm:prSet/>
      <dgm:spPr/>
      <dgm:t>
        <a:bodyPr/>
        <a:lstStyle/>
        <a:p>
          <a:endParaRPr lang="en-IN"/>
        </a:p>
      </dgm:t>
    </dgm:pt>
    <dgm:pt modelId="{3E79161E-A47A-48A8-8EF2-EB43A58C8966}" type="sibTrans" cxnId="{C8996DC8-0C91-4272-9A0C-479C26FAF67D}">
      <dgm:prSet/>
      <dgm:spPr/>
      <dgm:t>
        <a:bodyPr/>
        <a:lstStyle/>
        <a:p>
          <a:endParaRPr lang="en-IN"/>
        </a:p>
      </dgm:t>
    </dgm:pt>
    <dgm:pt modelId="{14840C5D-1E30-4569-BF1A-C197ED387946}">
      <dgm:prSet phldrT="Add an event" custT="1"/>
      <dgm:spPr/>
      <dgm:t>
        <a:bodyPr/>
        <a:lstStyle/>
        <a:p>
          <a:pPr>
            <a:defRPr b="1"/>
          </a:pPr>
          <a:r>
            <a:rPr lang="en-IN" sz="1600" b="0" i="0" dirty="0">
              <a:solidFill>
                <a:schemeClr val="bg1"/>
              </a:solidFill>
            </a:rPr>
            <a:t>DAY 6 — Advanced Analytics + Risk Metrics</a:t>
          </a:r>
          <a:endParaRPr lang="en-IN" sz="1600" dirty="0">
            <a:solidFill>
              <a:schemeClr val="bg1"/>
            </a:solidFill>
          </a:endParaRPr>
        </a:p>
      </dgm:t>
    </dgm:pt>
    <dgm:pt modelId="{E62649C2-6509-4BC9-9E93-F9D03B75124F}" type="parTrans" cxnId="{22649393-C22D-4C4F-AD0E-AD5C9312F3CB}">
      <dgm:prSet/>
      <dgm:spPr/>
      <dgm:t>
        <a:bodyPr/>
        <a:lstStyle/>
        <a:p>
          <a:endParaRPr lang="en-IN"/>
        </a:p>
      </dgm:t>
    </dgm:pt>
    <dgm:pt modelId="{741903E6-9A7C-4B6B-90DC-033248B0EA12}" type="sibTrans" cxnId="{22649393-C22D-4C4F-AD0E-AD5C9312F3CB}">
      <dgm:prSet/>
      <dgm:spPr/>
      <dgm:t>
        <a:bodyPr/>
        <a:lstStyle/>
        <a:p>
          <a:endParaRPr lang="en-IN"/>
        </a:p>
      </dgm:t>
    </dgm:pt>
    <dgm:pt modelId="{E71B803B-EE31-4E96-9BBA-AA554FABB306}" type="pres">
      <dgm:prSet presAssocID="{25462EF6-E31F-4532-97AC-EA0F753FB48B}" presName="root" presStyleCnt="0">
        <dgm:presLayoutVars>
          <dgm:dir/>
          <dgm:animLvl val="lvl"/>
        </dgm:presLayoutVars>
      </dgm:prSet>
      <dgm:spPr/>
    </dgm:pt>
    <dgm:pt modelId="{6A134E9B-D005-4377-98DD-E051AE3666D9}" type="pres">
      <dgm:prSet presAssocID="{25462EF6-E31F-4532-97AC-EA0F753FB48B}" presName="divider" presStyleCnt="0"/>
      <dgm:spPr/>
    </dgm:pt>
    <dgm:pt modelId="{7951277E-3919-444E-859E-70278431EC2B}" type="pres">
      <dgm:prSet presAssocID="{25462EF6-E31F-4532-97AC-EA0F753FB48B}" presName="rectBar" presStyleLbl="dkBgShp" presStyleIdx="0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31790E95-8F63-4826-ACC4-A7287F59EF27}" type="pres">
      <dgm:prSet presAssocID="{25462EF6-E31F-4532-97AC-EA0F753FB48B}" presName="chevronArrow" presStyleLbl="dkBgShp" presStyleIdx="1" presStyleCnt="8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5F8B428-0E2F-4DEC-A1BC-217A36F6B5D0}" type="pres">
      <dgm:prSet presAssocID="{25462EF6-E31F-4532-97AC-EA0F753FB48B}" presName="nodes" presStyleCnt="0">
        <dgm:presLayoutVars>
          <dgm:chMax/>
          <dgm:chPref/>
          <dgm:animLvl val="lvl"/>
        </dgm:presLayoutVars>
      </dgm:prSet>
      <dgm:spPr/>
    </dgm:pt>
    <dgm:pt modelId="{2F6A96B0-0E14-4154-8338-B6009E7366E0}" type="pres">
      <dgm:prSet presAssocID="{25D10C0D-7694-4B79-AFEF-A007DC04BD33}" presName="composite" presStyleCnt="0"/>
      <dgm:spPr/>
    </dgm:pt>
    <dgm:pt modelId="{D423CCCC-E38E-41A1-B523-8B45E005F4A2}" type="pres">
      <dgm:prSet presAssocID="{25D10C0D-7694-4B79-AFEF-A007DC04BD33}" presName="DropPinPlaceHolder" presStyleCnt="0"/>
      <dgm:spPr/>
    </dgm:pt>
    <dgm:pt modelId="{17C66470-185B-488D-B12F-B86F98D15687}" type="pres">
      <dgm:prSet presAssocID="{25D10C0D-7694-4B79-AFEF-A007DC04BD33}" presName="DropPin" presStyleLbl="alignNode1" presStyleIdx="0" presStyleCnt="6"/>
      <dgm:spPr/>
    </dgm:pt>
    <dgm:pt modelId="{FC473157-F483-44E2-AC43-9F79F041C123}" type="pres">
      <dgm:prSet presAssocID="{25D10C0D-7694-4B79-AFEF-A007DC04BD33}" presName="Ellipse" presStyleLbl="fgAcc1" presStyleIdx="0" presStyleCnt="6"/>
      <dgm:spPr/>
    </dgm:pt>
    <dgm:pt modelId="{BF100EC4-7F2B-43A4-9472-C0705B13B7A0}" type="pres">
      <dgm:prSet presAssocID="{25D10C0D-7694-4B79-AFEF-A007DC04BD33}" presName="L2TextContainer" presStyleLbl="revTx" presStyleIdx="0" presStyleCnt="12">
        <dgm:presLayoutVars>
          <dgm:bulletEnabled val="1"/>
        </dgm:presLayoutVars>
      </dgm:prSet>
      <dgm:spPr/>
    </dgm:pt>
    <dgm:pt modelId="{38A90D8A-FE12-4260-80B4-80E1DB5E9FC3}" type="pres">
      <dgm:prSet presAssocID="{25D10C0D-7694-4B79-AFEF-A007DC04BD33}" presName="L1TextContainer" presStyleLbl="revTx" presStyleIdx="1" presStyleCnt="12">
        <dgm:presLayoutVars>
          <dgm:chMax val="1"/>
          <dgm:chPref val="1"/>
          <dgm:bulletEnabled val="1"/>
        </dgm:presLayoutVars>
      </dgm:prSet>
      <dgm:spPr/>
    </dgm:pt>
    <dgm:pt modelId="{66EC986C-44BA-4587-BEB7-30DC9255B1FD}" type="pres">
      <dgm:prSet presAssocID="{25D10C0D-7694-4B79-AFEF-A007DC04BD33}" presName="ConnectLine" presStyleLbl="dkBgShp" presStyleIdx="2" presStyleCnt="8"/>
      <dgm:spPr/>
    </dgm:pt>
    <dgm:pt modelId="{19AEE930-1A4C-4446-8A11-F3C96AFC95A5}" type="pres">
      <dgm:prSet presAssocID="{25D10C0D-7694-4B79-AFEF-A007DC04BD33}" presName="ConnectorPoint" presStyleCnt="0"/>
      <dgm:spPr/>
    </dgm:pt>
    <dgm:pt modelId="{40B4F153-0EBD-4BA2-957B-BB9B866C21B6}" type="pres">
      <dgm:prSet presAssocID="{25D10C0D-7694-4B79-AFEF-A007DC04BD33}" presName="Bullet" presStyleLbl="lnNode1" presStyleIdx="0" presStyleCnt="6"/>
      <dgm:spPr/>
    </dgm:pt>
    <dgm:pt modelId="{B0AF324F-DAD0-4C17-A1D8-921186862737}" type="pres">
      <dgm:prSet presAssocID="{25D10C0D-7694-4B79-AFEF-A007DC04BD33}" presName="EmptyPlaceHolder" presStyleCnt="0"/>
      <dgm:spPr/>
    </dgm:pt>
    <dgm:pt modelId="{696AD715-F8D6-4235-9971-B829DB1510EB}" type="pres">
      <dgm:prSet presAssocID="{1890FCEA-9108-49DC-B20B-5BD3B6AF779F}" presName="spaceBetweenRectangles" presStyleCnt="0"/>
      <dgm:spPr/>
    </dgm:pt>
    <dgm:pt modelId="{56211065-F8B9-411A-92D4-A6E9111C5C82}" type="pres">
      <dgm:prSet presAssocID="{E5792066-683B-4F1C-AC37-5A027FEAD1EB}" presName="composite" presStyleCnt="0"/>
      <dgm:spPr/>
    </dgm:pt>
    <dgm:pt modelId="{B82341A1-0716-4866-962E-1436057F6BBE}" type="pres">
      <dgm:prSet presAssocID="{E5792066-683B-4F1C-AC37-5A027FEAD1EB}" presName="DropPinPlaceHolder" presStyleCnt="0"/>
      <dgm:spPr/>
    </dgm:pt>
    <dgm:pt modelId="{F43EA022-BD0C-45EC-8DAC-886D14FE8D0E}" type="pres">
      <dgm:prSet presAssocID="{E5792066-683B-4F1C-AC37-5A027FEAD1EB}" presName="DropPin" presStyleLbl="alignNode1" presStyleIdx="1" presStyleCnt="6"/>
      <dgm:spPr/>
    </dgm:pt>
    <dgm:pt modelId="{29E3A717-D096-4E6F-9A11-A90822DF46D7}" type="pres">
      <dgm:prSet presAssocID="{E5792066-683B-4F1C-AC37-5A027FEAD1EB}" presName="Ellipse" presStyleLbl="fgAcc1" presStyleIdx="1" presStyleCnt="6"/>
      <dgm:spPr/>
    </dgm:pt>
    <dgm:pt modelId="{7C7502C7-427F-4BDD-971A-07EEFBE3FD09}" type="pres">
      <dgm:prSet presAssocID="{E5792066-683B-4F1C-AC37-5A027FEAD1EB}" presName="L2TextContainer" presStyleLbl="revTx" presStyleIdx="2" presStyleCnt="12">
        <dgm:presLayoutVars>
          <dgm:bulletEnabled val="1"/>
        </dgm:presLayoutVars>
      </dgm:prSet>
      <dgm:spPr/>
    </dgm:pt>
    <dgm:pt modelId="{94B998D0-8E78-4EC1-B4D7-F88E01B789CF}" type="pres">
      <dgm:prSet presAssocID="{E5792066-683B-4F1C-AC37-5A027FEAD1EB}" presName="L1TextContainer" presStyleLbl="revTx" presStyleIdx="3" presStyleCnt="12">
        <dgm:presLayoutVars>
          <dgm:chMax val="1"/>
          <dgm:chPref val="1"/>
          <dgm:bulletEnabled val="1"/>
        </dgm:presLayoutVars>
      </dgm:prSet>
      <dgm:spPr/>
    </dgm:pt>
    <dgm:pt modelId="{5E5F6F64-069E-4279-8556-3B2D829B04E7}" type="pres">
      <dgm:prSet presAssocID="{E5792066-683B-4F1C-AC37-5A027FEAD1EB}" presName="ConnectLine" presStyleLbl="dkBgShp" presStyleIdx="3" presStyleCnt="8"/>
      <dgm:spPr/>
    </dgm:pt>
    <dgm:pt modelId="{84F67FAB-CC92-4599-9D8B-E64C5DB28CEA}" type="pres">
      <dgm:prSet presAssocID="{E5792066-683B-4F1C-AC37-5A027FEAD1EB}" presName="ConnectorPoint" presStyleCnt="0"/>
      <dgm:spPr/>
    </dgm:pt>
    <dgm:pt modelId="{EE07D8F5-4011-416A-B8EF-55B8CF9D05A3}" type="pres">
      <dgm:prSet presAssocID="{E5792066-683B-4F1C-AC37-5A027FEAD1EB}" presName="Bullet" presStyleLbl="lnNode1" presStyleIdx="1" presStyleCnt="6"/>
      <dgm:spPr/>
    </dgm:pt>
    <dgm:pt modelId="{943EBF8A-66A1-4E67-8309-0D4A7BD73511}" type="pres">
      <dgm:prSet presAssocID="{E5792066-683B-4F1C-AC37-5A027FEAD1EB}" presName="EmptyPlaceHolder" presStyleCnt="0"/>
      <dgm:spPr/>
    </dgm:pt>
    <dgm:pt modelId="{69D75C97-E472-4EBC-811A-9CA857CDEF4E}" type="pres">
      <dgm:prSet presAssocID="{FE488D2D-D060-41FF-B666-DDDAD087AD99}" presName="spaceBetweenRectangles" presStyleCnt="0"/>
      <dgm:spPr/>
    </dgm:pt>
    <dgm:pt modelId="{8225BEB9-09C8-4E73-858E-E6F7D5A94034}" type="pres">
      <dgm:prSet presAssocID="{B3413358-DD82-4D93-A17D-ADC166BCC87B}" presName="composite" presStyleCnt="0"/>
      <dgm:spPr/>
    </dgm:pt>
    <dgm:pt modelId="{AD225A12-3301-4F4E-9E45-5123BB4BC768}" type="pres">
      <dgm:prSet presAssocID="{B3413358-DD82-4D93-A17D-ADC166BCC87B}" presName="DropPinPlaceHolder" presStyleCnt="0"/>
      <dgm:spPr/>
    </dgm:pt>
    <dgm:pt modelId="{BA8EE732-B45E-4C36-AA6C-8FAE6ED06DD5}" type="pres">
      <dgm:prSet presAssocID="{B3413358-DD82-4D93-A17D-ADC166BCC87B}" presName="DropPin" presStyleLbl="alignNode1" presStyleIdx="2" presStyleCnt="6"/>
      <dgm:spPr/>
    </dgm:pt>
    <dgm:pt modelId="{183A6095-E965-45D2-9924-F4F82BC991CF}" type="pres">
      <dgm:prSet presAssocID="{B3413358-DD82-4D93-A17D-ADC166BCC87B}" presName="Ellipse" presStyleLbl="fgAcc1" presStyleIdx="2" presStyleCnt="6"/>
      <dgm:spPr/>
    </dgm:pt>
    <dgm:pt modelId="{ED88592A-974C-4A6F-856E-FBA54CB5420F}" type="pres">
      <dgm:prSet presAssocID="{B3413358-DD82-4D93-A17D-ADC166BCC87B}" presName="L2TextContainer" presStyleLbl="revTx" presStyleIdx="4" presStyleCnt="12">
        <dgm:presLayoutVars>
          <dgm:bulletEnabled val="1"/>
        </dgm:presLayoutVars>
      </dgm:prSet>
      <dgm:spPr/>
    </dgm:pt>
    <dgm:pt modelId="{EBD4A358-8596-470E-87EE-56B2A51C4D11}" type="pres">
      <dgm:prSet presAssocID="{B3413358-DD82-4D93-A17D-ADC166BCC87B}" presName="L1TextContainer" presStyleLbl="revTx" presStyleIdx="5" presStyleCnt="12">
        <dgm:presLayoutVars>
          <dgm:chMax val="1"/>
          <dgm:chPref val="1"/>
          <dgm:bulletEnabled val="1"/>
        </dgm:presLayoutVars>
      </dgm:prSet>
      <dgm:spPr/>
    </dgm:pt>
    <dgm:pt modelId="{0C73BCC8-8383-47AB-A118-88C36772C05E}" type="pres">
      <dgm:prSet presAssocID="{B3413358-DD82-4D93-A17D-ADC166BCC87B}" presName="ConnectLine" presStyleLbl="dkBgShp" presStyleIdx="4" presStyleCnt="8"/>
      <dgm:spPr/>
    </dgm:pt>
    <dgm:pt modelId="{D2F3E2CD-5DC3-44DF-9344-C4F3EA826814}" type="pres">
      <dgm:prSet presAssocID="{B3413358-DD82-4D93-A17D-ADC166BCC87B}" presName="ConnectorPoint" presStyleCnt="0"/>
      <dgm:spPr/>
    </dgm:pt>
    <dgm:pt modelId="{4E9A84AC-3A33-441D-A3F7-36D03D142838}" type="pres">
      <dgm:prSet presAssocID="{B3413358-DD82-4D93-A17D-ADC166BCC87B}" presName="Bullet" presStyleLbl="lnNode1" presStyleIdx="2" presStyleCnt="6"/>
      <dgm:spPr/>
    </dgm:pt>
    <dgm:pt modelId="{020F3AB2-497D-4B87-9A52-AB065A11BC97}" type="pres">
      <dgm:prSet presAssocID="{B3413358-DD82-4D93-A17D-ADC166BCC87B}" presName="EmptyPlaceHolder" presStyleCnt="0"/>
      <dgm:spPr/>
    </dgm:pt>
    <dgm:pt modelId="{A04D0C79-D94E-46D2-98C2-B2F028182AD1}" type="pres">
      <dgm:prSet presAssocID="{643822E5-9780-4EE9-BAFD-815835C8CD05}" presName="spaceBetweenRectangles" presStyleCnt="0"/>
      <dgm:spPr/>
    </dgm:pt>
    <dgm:pt modelId="{1970609A-E112-428C-A378-6CCF798578E6}" type="pres">
      <dgm:prSet presAssocID="{82C82D95-A80E-4B40-BD33-5C2B10BD40D9}" presName="composite" presStyleCnt="0"/>
      <dgm:spPr/>
    </dgm:pt>
    <dgm:pt modelId="{43D5BA49-4842-4C28-AA53-F57BA3E8FC50}" type="pres">
      <dgm:prSet presAssocID="{82C82D95-A80E-4B40-BD33-5C2B10BD40D9}" presName="DropPinPlaceHolder" presStyleCnt="0"/>
      <dgm:spPr/>
    </dgm:pt>
    <dgm:pt modelId="{BFF037B8-5959-4B62-8829-2F752F5C7FE4}" type="pres">
      <dgm:prSet presAssocID="{82C82D95-A80E-4B40-BD33-5C2B10BD40D9}" presName="DropPin" presStyleLbl="alignNode1" presStyleIdx="3" presStyleCnt="6"/>
      <dgm:spPr/>
    </dgm:pt>
    <dgm:pt modelId="{ADF73D9D-A221-4437-816B-0C19CC3465C1}" type="pres">
      <dgm:prSet presAssocID="{82C82D95-A80E-4B40-BD33-5C2B10BD40D9}" presName="Ellipse" presStyleLbl="fgAcc1" presStyleIdx="3" presStyleCnt="6"/>
      <dgm:spPr/>
    </dgm:pt>
    <dgm:pt modelId="{70F425BF-F5C7-4817-BC22-E2065853D47B}" type="pres">
      <dgm:prSet presAssocID="{82C82D95-A80E-4B40-BD33-5C2B10BD40D9}" presName="L2TextContainer" presStyleLbl="revTx" presStyleIdx="6" presStyleCnt="12">
        <dgm:presLayoutVars>
          <dgm:bulletEnabled val="1"/>
        </dgm:presLayoutVars>
      </dgm:prSet>
      <dgm:spPr/>
    </dgm:pt>
    <dgm:pt modelId="{1EB15739-43FD-4BBE-9617-BB1B6A65A3AF}" type="pres">
      <dgm:prSet presAssocID="{82C82D95-A80E-4B40-BD33-5C2B10BD40D9}" presName="L1TextContainer" presStyleLbl="revTx" presStyleIdx="7" presStyleCnt="12">
        <dgm:presLayoutVars>
          <dgm:chMax val="1"/>
          <dgm:chPref val="1"/>
          <dgm:bulletEnabled val="1"/>
        </dgm:presLayoutVars>
      </dgm:prSet>
      <dgm:spPr/>
    </dgm:pt>
    <dgm:pt modelId="{A7FF696C-A4F1-461C-B934-218FD2A02F12}" type="pres">
      <dgm:prSet presAssocID="{82C82D95-A80E-4B40-BD33-5C2B10BD40D9}" presName="ConnectLine" presStyleLbl="dkBgShp" presStyleIdx="5" presStyleCnt="8"/>
      <dgm:spPr/>
    </dgm:pt>
    <dgm:pt modelId="{00D0E2E8-9B76-4CDF-9B4A-0FBD35003475}" type="pres">
      <dgm:prSet presAssocID="{82C82D95-A80E-4B40-BD33-5C2B10BD40D9}" presName="ConnectorPoint" presStyleCnt="0"/>
      <dgm:spPr/>
    </dgm:pt>
    <dgm:pt modelId="{F9EEF50B-8433-4089-AC3A-02E295E41BA8}" type="pres">
      <dgm:prSet presAssocID="{82C82D95-A80E-4B40-BD33-5C2B10BD40D9}" presName="Bullet" presStyleLbl="lnNode1" presStyleIdx="3" presStyleCnt="6"/>
      <dgm:spPr/>
    </dgm:pt>
    <dgm:pt modelId="{108B127E-CFFC-40B9-89CF-8F5270E2EB2D}" type="pres">
      <dgm:prSet presAssocID="{82C82D95-A80E-4B40-BD33-5C2B10BD40D9}" presName="EmptyPlaceHolder" presStyleCnt="0"/>
      <dgm:spPr/>
    </dgm:pt>
    <dgm:pt modelId="{8DCF3C41-CEF6-415F-AC66-94B40568B8DA}" type="pres">
      <dgm:prSet presAssocID="{56346C06-78E3-4FFB-A8F3-4527FD795FED}" presName="spaceBetweenRectangles" presStyleCnt="0"/>
      <dgm:spPr/>
    </dgm:pt>
    <dgm:pt modelId="{1DF92758-D537-4993-9466-B852830BBE2B}" type="pres">
      <dgm:prSet presAssocID="{52044253-D992-4B3C-938F-944D85D9D051}" presName="composite" presStyleCnt="0"/>
      <dgm:spPr/>
    </dgm:pt>
    <dgm:pt modelId="{56FD7B89-0206-4BD7-8999-5309D7FA5748}" type="pres">
      <dgm:prSet presAssocID="{52044253-D992-4B3C-938F-944D85D9D051}" presName="DropPinPlaceHolder" presStyleCnt="0"/>
      <dgm:spPr/>
    </dgm:pt>
    <dgm:pt modelId="{57BF8E33-DF5C-4326-A9CD-7FA6B7399404}" type="pres">
      <dgm:prSet presAssocID="{52044253-D992-4B3C-938F-944D85D9D051}" presName="DropPin" presStyleLbl="alignNode1" presStyleIdx="4" presStyleCnt="6"/>
      <dgm:spPr/>
    </dgm:pt>
    <dgm:pt modelId="{E53D7F9A-5C5E-47EF-82FB-1E22BC317AB9}" type="pres">
      <dgm:prSet presAssocID="{52044253-D992-4B3C-938F-944D85D9D051}" presName="Ellipse" presStyleLbl="fgAcc1" presStyleIdx="4" presStyleCnt="6"/>
      <dgm:spPr/>
    </dgm:pt>
    <dgm:pt modelId="{2E9227D7-0067-4157-84D3-0D9C11B7CA05}" type="pres">
      <dgm:prSet presAssocID="{52044253-D992-4B3C-938F-944D85D9D051}" presName="L2TextContainer" presStyleLbl="revTx" presStyleIdx="8" presStyleCnt="12">
        <dgm:presLayoutVars>
          <dgm:bulletEnabled val="1"/>
        </dgm:presLayoutVars>
      </dgm:prSet>
      <dgm:spPr/>
    </dgm:pt>
    <dgm:pt modelId="{D36973FE-C225-42BF-904F-6725AEA0B174}" type="pres">
      <dgm:prSet presAssocID="{52044253-D992-4B3C-938F-944D85D9D051}" presName="L1TextContainer" presStyleLbl="revTx" presStyleIdx="9" presStyleCnt="12">
        <dgm:presLayoutVars>
          <dgm:chMax val="1"/>
          <dgm:chPref val="1"/>
          <dgm:bulletEnabled val="1"/>
        </dgm:presLayoutVars>
      </dgm:prSet>
      <dgm:spPr/>
    </dgm:pt>
    <dgm:pt modelId="{C533A373-20A1-431E-9FB8-6EE51B271D42}" type="pres">
      <dgm:prSet presAssocID="{52044253-D992-4B3C-938F-944D85D9D051}" presName="ConnectLine" presStyleLbl="dkBgShp" presStyleIdx="6" presStyleCnt="8"/>
      <dgm:spPr/>
    </dgm:pt>
    <dgm:pt modelId="{2836D61E-2370-4D3A-A088-C7268CFF19F5}" type="pres">
      <dgm:prSet presAssocID="{52044253-D992-4B3C-938F-944D85D9D051}" presName="ConnectorPoint" presStyleCnt="0"/>
      <dgm:spPr/>
    </dgm:pt>
    <dgm:pt modelId="{B4D29981-471C-444B-BFB5-F131D9349728}" type="pres">
      <dgm:prSet presAssocID="{52044253-D992-4B3C-938F-944D85D9D051}" presName="Bullet" presStyleLbl="lnNode1" presStyleIdx="4" presStyleCnt="6"/>
      <dgm:spPr/>
    </dgm:pt>
    <dgm:pt modelId="{2CD8F3D7-B5F4-4774-BFCE-F363ABCAD0B3}" type="pres">
      <dgm:prSet presAssocID="{52044253-D992-4B3C-938F-944D85D9D051}" presName="EmptyPlaceHolder" presStyleCnt="0"/>
      <dgm:spPr/>
    </dgm:pt>
    <dgm:pt modelId="{5CDE6FFD-A85D-41AA-A0FC-173C39FCB20A}" type="pres">
      <dgm:prSet presAssocID="{3E79161E-A47A-48A8-8EF2-EB43A58C8966}" presName="spaceBetweenRectangles" presStyleCnt="0"/>
      <dgm:spPr/>
    </dgm:pt>
    <dgm:pt modelId="{926BDBE6-008B-4380-8BED-1DFF80CE5327}" type="pres">
      <dgm:prSet presAssocID="{14840C5D-1E30-4569-BF1A-C197ED387946}" presName="composite" presStyleCnt="0"/>
      <dgm:spPr/>
    </dgm:pt>
    <dgm:pt modelId="{DBEE18A0-9148-4DEF-B27E-A575CCE5CEAF}" type="pres">
      <dgm:prSet presAssocID="{14840C5D-1E30-4569-BF1A-C197ED387946}" presName="DropPinPlaceHolder" presStyleCnt="0"/>
      <dgm:spPr/>
    </dgm:pt>
    <dgm:pt modelId="{399EC95A-B897-4C79-8339-85350C21286F}" type="pres">
      <dgm:prSet presAssocID="{14840C5D-1E30-4569-BF1A-C197ED387946}" presName="DropPin" presStyleLbl="alignNode1" presStyleIdx="5" presStyleCnt="6"/>
      <dgm:spPr/>
    </dgm:pt>
    <dgm:pt modelId="{A7719722-B969-4E66-82D0-D0C9EAF62973}" type="pres">
      <dgm:prSet presAssocID="{14840C5D-1E30-4569-BF1A-C197ED387946}" presName="Ellipse" presStyleLbl="fgAcc1" presStyleIdx="5" presStyleCnt="6"/>
      <dgm:spPr/>
    </dgm:pt>
    <dgm:pt modelId="{77FD5177-E976-401C-8D40-D560338C7C69}" type="pres">
      <dgm:prSet presAssocID="{14840C5D-1E30-4569-BF1A-C197ED387946}" presName="L2TextContainer" presStyleLbl="revTx" presStyleIdx="10" presStyleCnt="12">
        <dgm:presLayoutVars>
          <dgm:bulletEnabled val="1"/>
        </dgm:presLayoutVars>
      </dgm:prSet>
      <dgm:spPr/>
    </dgm:pt>
    <dgm:pt modelId="{296675D6-7F80-4C6E-B4E7-F0E6FBFB829B}" type="pres">
      <dgm:prSet presAssocID="{14840C5D-1E30-4569-BF1A-C197ED387946}" presName="L1TextContainer" presStyleLbl="revTx" presStyleIdx="11" presStyleCnt="12">
        <dgm:presLayoutVars>
          <dgm:chMax val="1"/>
          <dgm:chPref val="1"/>
          <dgm:bulletEnabled val="1"/>
        </dgm:presLayoutVars>
      </dgm:prSet>
      <dgm:spPr/>
    </dgm:pt>
    <dgm:pt modelId="{8A732E16-067B-4EEA-B898-546752014E16}" type="pres">
      <dgm:prSet presAssocID="{14840C5D-1E30-4569-BF1A-C197ED387946}" presName="ConnectLine" presStyleLbl="dkBgShp" presStyleIdx="7" presStyleCnt="8"/>
      <dgm:spPr/>
    </dgm:pt>
    <dgm:pt modelId="{E3326CCD-98BD-4D93-BB7C-BB2D363E2795}" type="pres">
      <dgm:prSet presAssocID="{14840C5D-1E30-4569-BF1A-C197ED387946}" presName="ConnectorPoint" presStyleCnt="0"/>
      <dgm:spPr/>
    </dgm:pt>
    <dgm:pt modelId="{E4A34FE3-DF6F-4B19-9954-E8FC3D626589}" type="pres">
      <dgm:prSet presAssocID="{14840C5D-1E30-4569-BF1A-C197ED387946}" presName="Bullet" presStyleLbl="lnNode1" presStyleIdx="5" presStyleCnt="6"/>
      <dgm:spPr/>
    </dgm:pt>
    <dgm:pt modelId="{C5ECB459-558B-4967-B80C-84B20097F582}" type="pres">
      <dgm:prSet presAssocID="{14840C5D-1E30-4569-BF1A-C197ED387946}" presName="EmptyPlaceHolder" presStyleCnt="0"/>
      <dgm:spPr/>
    </dgm:pt>
  </dgm:ptLst>
  <dgm:cxnLst>
    <dgm:cxn modelId="{42DF9313-3032-4B69-826E-A32872F14B3D}" type="presOf" srcId="{52044253-D992-4B3C-938F-944D85D9D051}" destId="{D36973FE-C225-42BF-904F-6725AEA0B174}" srcOrd="0" destOrd="0" presId="urn:microsoft.com/office/officeart/2024/layout/BulletTimelineInverted"/>
    <dgm:cxn modelId="{711B562C-DEC3-41B9-8CBA-EB594B4E1AF5}" type="presOf" srcId="{25D10C0D-7694-4B79-AFEF-A007DC04BD33}" destId="{38A90D8A-FE12-4260-80B4-80E1DB5E9FC3}" srcOrd="0" destOrd="0" presId="urn:microsoft.com/office/officeart/2024/layout/BulletTimelineInverted"/>
    <dgm:cxn modelId="{B7F5583F-9FD3-4579-8A52-D33BC1BA7523}" type="presOf" srcId="{14840C5D-1E30-4569-BF1A-C197ED387946}" destId="{296675D6-7F80-4C6E-B4E7-F0E6FBFB829B}" srcOrd="0" destOrd="0" presId="urn:microsoft.com/office/officeart/2024/layout/BulletTimelineInverted"/>
    <dgm:cxn modelId="{BE3D7567-D052-41D2-B380-E813E52BF256}" srcId="{25462EF6-E31F-4532-97AC-EA0F753FB48B}" destId="{82C82D95-A80E-4B40-BD33-5C2B10BD40D9}" srcOrd="3" destOrd="0" parTransId="{69281154-13A5-4D65-9BC1-E98405ED0240}" sibTransId="{56346C06-78E3-4FFB-A8F3-4527FD795FED}"/>
    <dgm:cxn modelId="{F6AC7C86-4103-4754-9A41-7D6425117A4E}" type="presOf" srcId="{B3413358-DD82-4D93-A17D-ADC166BCC87B}" destId="{EBD4A358-8596-470E-87EE-56B2A51C4D11}" srcOrd="0" destOrd="0" presId="urn:microsoft.com/office/officeart/2024/layout/BulletTimelineInverted"/>
    <dgm:cxn modelId="{22649393-C22D-4C4F-AD0E-AD5C9312F3CB}" srcId="{25462EF6-E31F-4532-97AC-EA0F753FB48B}" destId="{14840C5D-1E30-4569-BF1A-C197ED387946}" srcOrd="5" destOrd="0" parTransId="{E62649C2-6509-4BC9-9E93-F9D03B75124F}" sibTransId="{741903E6-9A7C-4B6B-90DC-033248B0EA12}"/>
    <dgm:cxn modelId="{6E512EB4-FD56-4548-91F3-34D3CD4A40F8}" type="presOf" srcId="{82C82D95-A80E-4B40-BD33-5C2B10BD40D9}" destId="{1EB15739-43FD-4BBE-9617-BB1B6A65A3AF}" srcOrd="0" destOrd="0" presId="urn:microsoft.com/office/officeart/2024/layout/BulletTimelineInverted"/>
    <dgm:cxn modelId="{C79BCBB4-0F67-4BAD-ADA9-562E0D0FC9F3}" srcId="{25462EF6-E31F-4532-97AC-EA0F753FB48B}" destId="{E5792066-683B-4F1C-AC37-5A027FEAD1EB}" srcOrd="1" destOrd="0" parTransId="{752DF4A0-C46B-471E-ADFA-9E5E1EBAD887}" sibTransId="{FE488D2D-D060-41FF-B666-DDDAD087AD99}"/>
    <dgm:cxn modelId="{F9BC51BA-CE54-4610-8CC4-566FF4116BE4}" srcId="{25462EF6-E31F-4532-97AC-EA0F753FB48B}" destId="{25D10C0D-7694-4B79-AFEF-A007DC04BD33}" srcOrd="0" destOrd="0" parTransId="{4ACBFD84-D209-4F71-AE31-ED84A628DCC5}" sibTransId="{1890FCEA-9108-49DC-B20B-5BD3B6AF779F}"/>
    <dgm:cxn modelId="{C8996DC8-0C91-4272-9A0C-479C26FAF67D}" srcId="{25462EF6-E31F-4532-97AC-EA0F753FB48B}" destId="{52044253-D992-4B3C-938F-944D85D9D051}" srcOrd="4" destOrd="0" parTransId="{E505E54F-75C4-41FE-980A-70E5BC204D82}" sibTransId="{3E79161E-A47A-48A8-8EF2-EB43A58C8966}"/>
    <dgm:cxn modelId="{74D8DCD7-775C-48F8-942E-FF8A46FEE622}" srcId="{25462EF6-E31F-4532-97AC-EA0F753FB48B}" destId="{B3413358-DD82-4D93-A17D-ADC166BCC87B}" srcOrd="2" destOrd="0" parTransId="{2095C12C-B16E-4929-A83C-15FE2C07F790}" sibTransId="{643822E5-9780-4EE9-BAFD-815835C8CD05}"/>
    <dgm:cxn modelId="{E24A71E9-C798-4B1B-A8C6-6ECD7D14EC8D}" type="presOf" srcId="{25462EF6-E31F-4532-97AC-EA0F753FB48B}" destId="{E71B803B-EE31-4E96-9BBA-AA554FABB306}" srcOrd="0" destOrd="0" presId="urn:microsoft.com/office/officeart/2024/layout/BulletTimelineInverted"/>
    <dgm:cxn modelId="{D689F1FD-59D6-4A8B-90ED-BB8D926FDA03}" type="presOf" srcId="{E5792066-683B-4F1C-AC37-5A027FEAD1EB}" destId="{94B998D0-8E78-4EC1-B4D7-F88E01B789CF}" srcOrd="0" destOrd="0" presId="urn:microsoft.com/office/officeart/2024/layout/BulletTimelineInverted"/>
    <dgm:cxn modelId="{C4A334A9-9486-4EF1-A972-A2D0E294F76C}" type="presParOf" srcId="{E71B803B-EE31-4E96-9BBA-AA554FABB306}" destId="{6A134E9B-D005-4377-98DD-E051AE3666D9}" srcOrd="0" destOrd="0" presId="urn:microsoft.com/office/officeart/2024/layout/BulletTimelineInverted"/>
    <dgm:cxn modelId="{A5088440-4642-4165-8557-9D2FB1963197}" type="presParOf" srcId="{6A134E9B-D005-4377-98DD-E051AE3666D9}" destId="{7951277E-3919-444E-859E-70278431EC2B}" srcOrd="0" destOrd="0" presId="urn:microsoft.com/office/officeart/2024/layout/BulletTimelineInverted"/>
    <dgm:cxn modelId="{C3DC8CE9-EEA5-4D7A-93DF-6D6D5160034D}" type="presParOf" srcId="{6A134E9B-D005-4377-98DD-E051AE3666D9}" destId="{31790E95-8F63-4826-ACC4-A7287F59EF27}" srcOrd="1" destOrd="0" presId="urn:microsoft.com/office/officeart/2024/layout/BulletTimelineInverted"/>
    <dgm:cxn modelId="{94F23B2C-97B0-4936-B4C0-8F755BF190AD}" type="presParOf" srcId="{E71B803B-EE31-4E96-9BBA-AA554FABB306}" destId="{E5F8B428-0E2F-4DEC-A1BC-217A36F6B5D0}" srcOrd="1" destOrd="0" presId="urn:microsoft.com/office/officeart/2024/layout/BulletTimelineInverted"/>
    <dgm:cxn modelId="{4219D56E-73D5-4C2A-A6E0-5B1222735286}" type="presParOf" srcId="{E5F8B428-0E2F-4DEC-A1BC-217A36F6B5D0}" destId="{2F6A96B0-0E14-4154-8338-B6009E7366E0}" srcOrd="0" destOrd="0" presId="urn:microsoft.com/office/officeart/2024/layout/BulletTimelineInverted"/>
    <dgm:cxn modelId="{24412868-9ACD-4883-B46F-156BBA890226}" type="presParOf" srcId="{2F6A96B0-0E14-4154-8338-B6009E7366E0}" destId="{D423CCCC-E38E-41A1-B523-8B45E005F4A2}" srcOrd="0" destOrd="0" presId="urn:microsoft.com/office/officeart/2024/layout/BulletTimelineInverted"/>
    <dgm:cxn modelId="{431CAA6E-44C6-45C6-8C8C-2307BBBBADF7}" type="presParOf" srcId="{D423CCCC-E38E-41A1-B523-8B45E005F4A2}" destId="{17C66470-185B-488D-B12F-B86F98D15687}" srcOrd="0" destOrd="0" presId="urn:microsoft.com/office/officeart/2024/layout/BulletTimelineInverted"/>
    <dgm:cxn modelId="{EE0A19B0-3A15-4541-AF5E-BA8A7D6D773E}" type="presParOf" srcId="{D423CCCC-E38E-41A1-B523-8B45E005F4A2}" destId="{FC473157-F483-44E2-AC43-9F79F041C123}" srcOrd="1" destOrd="0" presId="urn:microsoft.com/office/officeart/2024/layout/BulletTimelineInverted"/>
    <dgm:cxn modelId="{D67AFD1E-C9B8-4742-9D76-13465762297C}" type="presParOf" srcId="{2F6A96B0-0E14-4154-8338-B6009E7366E0}" destId="{BF100EC4-7F2B-43A4-9472-C0705B13B7A0}" srcOrd="1" destOrd="0" presId="urn:microsoft.com/office/officeart/2024/layout/BulletTimelineInverted"/>
    <dgm:cxn modelId="{A8C472B2-3903-47D0-8C1B-058E72F052B2}" type="presParOf" srcId="{2F6A96B0-0E14-4154-8338-B6009E7366E0}" destId="{38A90D8A-FE12-4260-80B4-80E1DB5E9FC3}" srcOrd="2" destOrd="0" presId="urn:microsoft.com/office/officeart/2024/layout/BulletTimelineInverted"/>
    <dgm:cxn modelId="{8B6F9122-84FC-49C0-AE92-9C395B163E7F}" type="presParOf" srcId="{2F6A96B0-0E14-4154-8338-B6009E7366E0}" destId="{66EC986C-44BA-4587-BEB7-30DC9255B1FD}" srcOrd="3" destOrd="0" presId="urn:microsoft.com/office/officeart/2024/layout/BulletTimelineInverted"/>
    <dgm:cxn modelId="{C8EF608A-E809-428C-B87C-6A3CD14A2E94}" type="presParOf" srcId="{2F6A96B0-0E14-4154-8338-B6009E7366E0}" destId="{19AEE930-1A4C-4446-8A11-F3C96AFC95A5}" srcOrd="4" destOrd="0" presId="urn:microsoft.com/office/officeart/2024/layout/BulletTimelineInverted"/>
    <dgm:cxn modelId="{4D861AB9-B0CB-44D6-8C58-22811A26C1E5}" type="presParOf" srcId="{19AEE930-1A4C-4446-8A11-F3C96AFC95A5}" destId="{40B4F153-0EBD-4BA2-957B-BB9B866C21B6}" srcOrd="0" destOrd="0" presId="urn:microsoft.com/office/officeart/2024/layout/BulletTimelineInverted"/>
    <dgm:cxn modelId="{09AA9AFD-D587-473A-9747-E9A2AE13556F}" type="presParOf" srcId="{2F6A96B0-0E14-4154-8338-B6009E7366E0}" destId="{B0AF324F-DAD0-4C17-A1D8-921186862737}" srcOrd="5" destOrd="0" presId="urn:microsoft.com/office/officeart/2024/layout/BulletTimelineInverted"/>
    <dgm:cxn modelId="{B18811D9-5A77-462F-AC2F-D047AE5C0DE6}" type="presParOf" srcId="{E5F8B428-0E2F-4DEC-A1BC-217A36F6B5D0}" destId="{696AD715-F8D6-4235-9971-B829DB1510EB}" srcOrd="1" destOrd="0" presId="urn:microsoft.com/office/officeart/2024/layout/BulletTimelineInverted"/>
    <dgm:cxn modelId="{CD8A2014-7FB8-4F6D-964B-AE6D7E6C27CD}" type="presParOf" srcId="{E5F8B428-0E2F-4DEC-A1BC-217A36F6B5D0}" destId="{56211065-F8B9-411A-92D4-A6E9111C5C82}" srcOrd="2" destOrd="0" presId="urn:microsoft.com/office/officeart/2024/layout/BulletTimelineInverted"/>
    <dgm:cxn modelId="{D258EF1F-5984-416B-8364-4FB6522FF168}" type="presParOf" srcId="{56211065-F8B9-411A-92D4-A6E9111C5C82}" destId="{B82341A1-0716-4866-962E-1436057F6BBE}" srcOrd="0" destOrd="0" presId="urn:microsoft.com/office/officeart/2024/layout/BulletTimelineInverted"/>
    <dgm:cxn modelId="{AECE8C47-6145-46AE-A454-32057E759FA6}" type="presParOf" srcId="{B82341A1-0716-4866-962E-1436057F6BBE}" destId="{F43EA022-BD0C-45EC-8DAC-886D14FE8D0E}" srcOrd="0" destOrd="0" presId="urn:microsoft.com/office/officeart/2024/layout/BulletTimelineInverted"/>
    <dgm:cxn modelId="{3F924AB9-79A9-4DFA-A7CD-D18CC182E51C}" type="presParOf" srcId="{B82341A1-0716-4866-962E-1436057F6BBE}" destId="{29E3A717-D096-4E6F-9A11-A90822DF46D7}" srcOrd="1" destOrd="0" presId="urn:microsoft.com/office/officeart/2024/layout/BulletTimelineInverted"/>
    <dgm:cxn modelId="{79A84364-151E-4006-BC2C-11778E3B4845}" type="presParOf" srcId="{56211065-F8B9-411A-92D4-A6E9111C5C82}" destId="{7C7502C7-427F-4BDD-971A-07EEFBE3FD09}" srcOrd="1" destOrd="0" presId="urn:microsoft.com/office/officeart/2024/layout/BulletTimelineInverted"/>
    <dgm:cxn modelId="{F711EDA6-78C5-4F00-8D6D-FF06C3E97F8F}" type="presParOf" srcId="{56211065-F8B9-411A-92D4-A6E9111C5C82}" destId="{94B998D0-8E78-4EC1-B4D7-F88E01B789CF}" srcOrd="2" destOrd="0" presId="urn:microsoft.com/office/officeart/2024/layout/BulletTimelineInverted"/>
    <dgm:cxn modelId="{D08E0D35-6222-431D-9413-6B3F413FC29D}" type="presParOf" srcId="{56211065-F8B9-411A-92D4-A6E9111C5C82}" destId="{5E5F6F64-069E-4279-8556-3B2D829B04E7}" srcOrd="3" destOrd="0" presId="urn:microsoft.com/office/officeart/2024/layout/BulletTimelineInverted"/>
    <dgm:cxn modelId="{7C09F917-85BF-45A5-A3AB-BE673BF9EF6E}" type="presParOf" srcId="{56211065-F8B9-411A-92D4-A6E9111C5C82}" destId="{84F67FAB-CC92-4599-9D8B-E64C5DB28CEA}" srcOrd="4" destOrd="0" presId="urn:microsoft.com/office/officeart/2024/layout/BulletTimelineInverted"/>
    <dgm:cxn modelId="{438A7FE3-55B0-4E8A-88D0-FDD94F847D70}" type="presParOf" srcId="{84F67FAB-CC92-4599-9D8B-E64C5DB28CEA}" destId="{EE07D8F5-4011-416A-B8EF-55B8CF9D05A3}" srcOrd="0" destOrd="0" presId="urn:microsoft.com/office/officeart/2024/layout/BulletTimelineInverted"/>
    <dgm:cxn modelId="{D7C560C7-DEBD-4B7C-90F4-918BE9EA87F8}" type="presParOf" srcId="{56211065-F8B9-411A-92D4-A6E9111C5C82}" destId="{943EBF8A-66A1-4E67-8309-0D4A7BD73511}" srcOrd="5" destOrd="0" presId="urn:microsoft.com/office/officeart/2024/layout/BulletTimelineInverted"/>
    <dgm:cxn modelId="{0D844378-34FD-4726-90CE-CBDE2E388551}" type="presParOf" srcId="{E5F8B428-0E2F-4DEC-A1BC-217A36F6B5D0}" destId="{69D75C97-E472-4EBC-811A-9CA857CDEF4E}" srcOrd="3" destOrd="0" presId="urn:microsoft.com/office/officeart/2024/layout/BulletTimelineInverted"/>
    <dgm:cxn modelId="{407E0387-7F9A-4881-80C2-16BDD5923563}" type="presParOf" srcId="{E5F8B428-0E2F-4DEC-A1BC-217A36F6B5D0}" destId="{8225BEB9-09C8-4E73-858E-E6F7D5A94034}" srcOrd="4" destOrd="0" presId="urn:microsoft.com/office/officeart/2024/layout/BulletTimelineInverted"/>
    <dgm:cxn modelId="{6286B096-2179-49C0-8610-B437585BC8AD}" type="presParOf" srcId="{8225BEB9-09C8-4E73-858E-E6F7D5A94034}" destId="{AD225A12-3301-4F4E-9E45-5123BB4BC768}" srcOrd="0" destOrd="0" presId="urn:microsoft.com/office/officeart/2024/layout/BulletTimelineInverted"/>
    <dgm:cxn modelId="{1B78D9A2-9533-4C22-BAD7-734A6DD63B1F}" type="presParOf" srcId="{AD225A12-3301-4F4E-9E45-5123BB4BC768}" destId="{BA8EE732-B45E-4C36-AA6C-8FAE6ED06DD5}" srcOrd="0" destOrd="0" presId="urn:microsoft.com/office/officeart/2024/layout/BulletTimelineInverted"/>
    <dgm:cxn modelId="{38928860-CD31-47D3-8A03-D72F451CBB21}" type="presParOf" srcId="{AD225A12-3301-4F4E-9E45-5123BB4BC768}" destId="{183A6095-E965-45D2-9924-F4F82BC991CF}" srcOrd="1" destOrd="0" presId="urn:microsoft.com/office/officeart/2024/layout/BulletTimelineInverted"/>
    <dgm:cxn modelId="{FD0EC91B-0311-48ED-A537-8FBA5A5D6849}" type="presParOf" srcId="{8225BEB9-09C8-4E73-858E-E6F7D5A94034}" destId="{ED88592A-974C-4A6F-856E-FBA54CB5420F}" srcOrd="1" destOrd="0" presId="urn:microsoft.com/office/officeart/2024/layout/BulletTimelineInverted"/>
    <dgm:cxn modelId="{008EA679-3AC1-4C54-8E45-157A1D4F81F4}" type="presParOf" srcId="{8225BEB9-09C8-4E73-858E-E6F7D5A94034}" destId="{EBD4A358-8596-470E-87EE-56B2A51C4D11}" srcOrd="2" destOrd="0" presId="urn:microsoft.com/office/officeart/2024/layout/BulletTimelineInverted"/>
    <dgm:cxn modelId="{68223995-1749-4245-94FC-30B5ED661392}" type="presParOf" srcId="{8225BEB9-09C8-4E73-858E-E6F7D5A94034}" destId="{0C73BCC8-8383-47AB-A118-88C36772C05E}" srcOrd="3" destOrd="0" presId="urn:microsoft.com/office/officeart/2024/layout/BulletTimelineInverted"/>
    <dgm:cxn modelId="{DE88EFB0-7A9A-4833-85C4-1C669D2589C4}" type="presParOf" srcId="{8225BEB9-09C8-4E73-858E-E6F7D5A94034}" destId="{D2F3E2CD-5DC3-44DF-9344-C4F3EA826814}" srcOrd="4" destOrd="0" presId="urn:microsoft.com/office/officeart/2024/layout/BulletTimelineInverted"/>
    <dgm:cxn modelId="{3E6AC61B-2FCE-4113-9995-3B5A18270C97}" type="presParOf" srcId="{D2F3E2CD-5DC3-44DF-9344-C4F3EA826814}" destId="{4E9A84AC-3A33-441D-A3F7-36D03D142838}" srcOrd="0" destOrd="0" presId="urn:microsoft.com/office/officeart/2024/layout/BulletTimelineInverted"/>
    <dgm:cxn modelId="{B6E40BC5-D834-4209-BC7B-C82277A72A08}" type="presParOf" srcId="{8225BEB9-09C8-4E73-858E-E6F7D5A94034}" destId="{020F3AB2-497D-4B87-9A52-AB065A11BC97}" srcOrd="5" destOrd="0" presId="urn:microsoft.com/office/officeart/2024/layout/BulletTimelineInverted"/>
    <dgm:cxn modelId="{99BA6A2B-C713-4EFC-8583-7002C507CAFC}" type="presParOf" srcId="{E5F8B428-0E2F-4DEC-A1BC-217A36F6B5D0}" destId="{A04D0C79-D94E-46D2-98C2-B2F028182AD1}" srcOrd="5" destOrd="0" presId="urn:microsoft.com/office/officeart/2024/layout/BulletTimelineInverted"/>
    <dgm:cxn modelId="{738EA99F-B508-421A-8374-B8D3CCEEA949}" type="presParOf" srcId="{E5F8B428-0E2F-4DEC-A1BC-217A36F6B5D0}" destId="{1970609A-E112-428C-A378-6CCF798578E6}" srcOrd="6" destOrd="0" presId="urn:microsoft.com/office/officeart/2024/layout/BulletTimelineInverted"/>
    <dgm:cxn modelId="{F6FE78A4-A534-43A0-A957-491D5C8FA179}" type="presParOf" srcId="{1970609A-E112-428C-A378-6CCF798578E6}" destId="{43D5BA49-4842-4C28-AA53-F57BA3E8FC50}" srcOrd="0" destOrd="0" presId="urn:microsoft.com/office/officeart/2024/layout/BulletTimelineInverted"/>
    <dgm:cxn modelId="{9B2C5D77-FD42-436A-94B8-FFD3E4F9704A}" type="presParOf" srcId="{43D5BA49-4842-4C28-AA53-F57BA3E8FC50}" destId="{BFF037B8-5959-4B62-8829-2F752F5C7FE4}" srcOrd="0" destOrd="0" presId="urn:microsoft.com/office/officeart/2024/layout/BulletTimelineInverted"/>
    <dgm:cxn modelId="{AEBC52A9-877A-4E79-A9E6-FC006CF3B9AD}" type="presParOf" srcId="{43D5BA49-4842-4C28-AA53-F57BA3E8FC50}" destId="{ADF73D9D-A221-4437-816B-0C19CC3465C1}" srcOrd="1" destOrd="0" presId="urn:microsoft.com/office/officeart/2024/layout/BulletTimelineInverted"/>
    <dgm:cxn modelId="{80020AE5-5DD2-485A-8ED7-390F573252B3}" type="presParOf" srcId="{1970609A-E112-428C-A378-6CCF798578E6}" destId="{70F425BF-F5C7-4817-BC22-E2065853D47B}" srcOrd="1" destOrd="0" presId="urn:microsoft.com/office/officeart/2024/layout/BulletTimelineInverted"/>
    <dgm:cxn modelId="{D14F0ACF-77F1-4621-BEDB-BD58568D9F21}" type="presParOf" srcId="{1970609A-E112-428C-A378-6CCF798578E6}" destId="{1EB15739-43FD-4BBE-9617-BB1B6A65A3AF}" srcOrd="2" destOrd="0" presId="urn:microsoft.com/office/officeart/2024/layout/BulletTimelineInverted"/>
    <dgm:cxn modelId="{CD07EB45-DEBE-45F2-93A2-EA74531C4F6F}" type="presParOf" srcId="{1970609A-E112-428C-A378-6CCF798578E6}" destId="{A7FF696C-A4F1-461C-B934-218FD2A02F12}" srcOrd="3" destOrd="0" presId="urn:microsoft.com/office/officeart/2024/layout/BulletTimelineInverted"/>
    <dgm:cxn modelId="{19999DAB-F9B1-4316-AF04-B8F456CFAD0C}" type="presParOf" srcId="{1970609A-E112-428C-A378-6CCF798578E6}" destId="{00D0E2E8-9B76-4CDF-9B4A-0FBD35003475}" srcOrd="4" destOrd="0" presId="urn:microsoft.com/office/officeart/2024/layout/BulletTimelineInverted"/>
    <dgm:cxn modelId="{07D8BBDB-E6FC-424E-8352-0D336A28C79B}" type="presParOf" srcId="{00D0E2E8-9B76-4CDF-9B4A-0FBD35003475}" destId="{F9EEF50B-8433-4089-AC3A-02E295E41BA8}" srcOrd="0" destOrd="0" presId="urn:microsoft.com/office/officeart/2024/layout/BulletTimelineInverted"/>
    <dgm:cxn modelId="{CD24FD53-85A2-40FF-9761-4AD9333C2C25}" type="presParOf" srcId="{1970609A-E112-428C-A378-6CCF798578E6}" destId="{108B127E-CFFC-40B9-89CF-8F5270E2EB2D}" srcOrd="5" destOrd="0" presId="urn:microsoft.com/office/officeart/2024/layout/BulletTimelineInverted"/>
    <dgm:cxn modelId="{C8DFF105-67B6-4BFC-BBAE-B2CFD5B24FD7}" type="presParOf" srcId="{E5F8B428-0E2F-4DEC-A1BC-217A36F6B5D0}" destId="{8DCF3C41-CEF6-415F-AC66-94B40568B8DA}" srcOrd="7" destOrd="0" presId="urn:microsoft.com/office/officeart/2024/layout/BulletTimelineInverted"/>
    <dgm:cxn modelId="{37BC46D8-FD55-4A0F-BDC6-2F3DD415B3C8}" type="presParOf" srcId="{E5F8B428-0E2F-4DEC-A1BC-217A36F6B5D0}" destId="{1DF92758-D537-4993-9466-B852830BBE2B}" srcOrd="8" destOrd="0" presId="urn:microsoft.com/office/officeart/2024/layout/BulletTimelineInverted"/>
    <dgm:cxn modelId="{1A19DB69-5E55-4476-B994-AC65FA950396}" type="presParOf" srcId="{1DF92758-D537-4993-9466-B852830BBE2B}" destId="{56FD7B89-0206-4BD7-8999-5309D7FA5748}" srcOrd="0" destOrd="0" presId="urn:microsoft.com/office/officeart/2024/layout/BulletTimelineInverted"/>
    <dgm:cxn modelId="{934324A0-5E6F-47BC-B917-8A44CFCBDCD1}" type="presParOf" srcId="{56FD7B89-0206-4BD7-8999-5309D7FA5748}" destId="{57BF8E33-DF5C-4326-A9CD-7FA6B7399404}" srcOrd="0" destOrd="0" presId="urn:microsoft.com/office/officeart/2024/layout/BulletTimelineInverted"/>
    <dgm:cxn modelId="{473F0E7D-B1EC-4A09-857A-35CDD7045D97}" type="presParOf" srcId="{56FD7B89-0206-4BD7-8999-5309D7FA5748}" destId="{E53D7F9A-5C5E-47EF-82FB-1E22BC317AB9}" srcOrd="1" destOrd="0" presId="urn:microsoft.com/office/officeart/2024/layout/BulletTimelineInverted"/>
    <dgm:cxn modelId="{6B1D78D9-0762-4145-B3E6-9224FEC186D3}" type="presParOf" srcId="{1DF92758-D537-4993-9466-B852830BBE2B}" destId="{2E9227D7-0067-4157-84D3-0D9C11B7CA05}" srcOrd="1" destOrd="0" presId="urn:microsoft.com/office/officeart/2024/layout/BulletTimelineInverted"/>
    <dgm:cxn modelId="{68002FA6-6E8E-48D6-B202-B638B00C8DB5}" type="presParOf" srcId="{1DF92758-D537-4993-9466-B852830BBE2B}" destId="{D36973FE-C225-42BF-904F-6725AEA0B174}" srcOrd="2" destOrd="0" presId="urn:microsoft.com/office/officeart/2024/layout/BulletTimelineInverted"/>
    <dgm:cxn modelId="{A55E8F41-B821-4B4F-A7C7-0D07646525CE}" type="presParOf" srcId="{1DF92758-D537-4993-9466-B852830BBE2B}" destId="{C533A373-20A1-431E-9FB8-6EE51B271D42}" srcOrd="3" destOrd="0" presId="urn:microsoft.com/office/officeart/2024/layout/BulletTimelineInverted"/>
    <dgm:cxn modelId="{D71900FF-C6AA-4B3C-8686-BB07CC2D9647}" type="presParOf" srcId="{1DF92758-D537-4993-9466-B852830BBE2B}" destId="{2836D61E-2370-4D3A-A088-C7268CFF19F5}" srcOrd="4" destOrd="0" presId="urn:microsoft.com/office/officeart/2024/layout/BulletTimelineInverted"/>
    <dgm:cxn modelId="{C374DA9F-43EC-4D75-B9BD-2D5A4B6777C2}" type="presParOf" srcId="{2836D61E-2370-4D3A-A088-C7268CFF19F5}" destId="{B4D29981-471C-444B-BFB5-F131D9349728}" srcOrd="0" destOrd="0" presId="urn:microsoft.com/office/officeart/2024/layout/BulletTimelineInverted"/>
    <dgm:cxn modelId="{C1D7649F-0384-4092-BA7A-BB7A6C9E3C98}" type="presParOf" srcId="{1DF92758-D537-4993-9466-B852830BBE2B}" destId="{2CD8F3D7-B5F4-4774-BFCE-F363ABCAD0B3}" srcOrd="5" destOrd="0" presId="urn:microsoft.com/office/officeart/2024/layout/BulletTimelineInverted"/>
    <dgm:cxn modelId="{6F76A485-FAEB-45E6-B2F0-3432637A3D52}" type="presParOf" srcId="{E5F8B428-0E2F-4DEC-A1BC-217A36F6B5D0}" destId="{5CDE6FFD-A85D-41AA-A0FC-173C39FCB20A}" srcOrd="9" destOrd="0" presId="urn:microsoft.com/office/officeart/2024/layout/BulletTimelineInverted"/>
    <dgm:cxn modelId="{26620B45-8100-4F27-89AD-9D5FFAF36116}" type="presParOf" srcId="{E5F8B428-0E2F-4DEC-A1BC-217A36F6B5D0}" destId="{926BDBE6-008B-4380-8BED-1DFF80CE5327}" srcOrd="10" destOrd="0" presId="urn:microsoft.com/office/officeart/2024/layout/BulletTimelineInverted"/>
    <dgm:cxn modelId="{2209AF49-7709-440F-9E3A-6E0852F26670}" type="presParOf" srcId="{926BDBE6-008B-4380-8BED-1DFF80CE5327}" destId="{DBEE18A0-9148-4DEF-B27E-A575CCE5CEAF}" srcOrd="0" destOrd="0" presId="urn:microsoft.com/office/officeart/2024/layout/BulletTimelineInverted"/>
    <dgm:cxn modelId="{24DE0C18-4E1B-4C18-AA84-4683B30B962A}" type="presParOf" srcId="{DBEE18A0-9148-4DEF-B27E-A575CCE5CEAF}" destId="{399EC95A-B897-4C79-8339-85350C21286F}" srcOrd="0" destOrd="0" presId="urn:microsoft.com/office/officeart/2024/layout/BulletTimelineInverted"/>
    <dgm:cxn modelId="{29AEC2DF-3C69-4716-A4B9-8A009A7518F3}" type="presParOf" srcId="{DBEE18A0-9148-4DEF-B27E-A575CCE5CEAF}" destId="{A7719722-B969-4E66-82D0-D0C9EAF62973}" srcOrd="1" destOrd="0" presId="urn:microsoft.com/office/officeart/2024/layout/BulletTimelineInverted"/>
    <dgm:cxn modelId="{CFF6878B-2F4B-41DC-B477-17797EC82275}" type="presParOf" srcId="{926BDBE6-008B-4380-8BED-1DFF80CE5327}" destId="{77FD5177-E976-401C-8D40-D560338C7C69}" srcOrd="1" destOrd="0" presId="urn:microsoft.com/office/officeart/2024/layout/BulletTimelineInverted"/>
    <dgm:cxn modelId="{FDB4EBC5-6C0C-467A-9FCB-348D430B9217}" type="presParOf" srcId="{926BDBE6-008B-4380-8BED-1DFF80CE5327}" destId="{296675D6-7F80-4C6E-B4E7-F0E6FBFB829B}" srcOrd="2" destOrd="0" presId="urn:microsoft.com/office/officeart/2024/layout/BulletTimelineInverted"/>
    <dgm:cxn modelId="{3401161E-0D31-4E16-8E88-90CAD871BBBC}" type="presParOf" srcId="{926BDBE6-008B-4380-8BED-1DFF80CE5327}" destId="{8A732E16-067B-4EEA-B898-546752014E16}" srcOrd="3" destOrd="0" presId="urn:microsoft.com/office/officeart/2024/layout/BulletTimelineInverted"/>
    <dgm:cxn modelId="{7130B8D4-4800-4EC1-84AC-CB22801C0ADC}" type="presParOf" srcId="{926BDBE6-008B-4380-8BED-1DFF80CE5327}" destId="{E3326CCD-98BD-4D93-BB7C-BB2D363E2795}" srcOrd="4" destOrd="0" presId="urn:microsoft.com/office/officeart/2024/layout/BulletTimelineInverted"/>
    <dgm:cxn modelId="{5EA2B6D0-C21A-4948-B5EF-9795F9CDBDF9}" type="presParOf" srcId="{E3326CCD-98BD-4D93-BB7C-BB2D363E2795}" destId="{E4A34FE3-DF6F-4B19-9954-E8FC3D626589}" srcOrd="0" destOrd="0" presId="urn:microsoft.com/office/officeart/2024/layout/BulletTimelineInverted"/>
    <dgm:cxn modelId="{FA9B0C86-3ED8-4FB9-AAEE-121F69EDE8D2}" type="presParOf" srcId="{926BDBE6-008B-4380-8BED-1DFF80CE5327}" destId="{C5ECB459-558B-4967-B80C-84B20097F582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C2F65-1DD6-48DC-BD86-8397F6FC8412}">
      <dsp:nvSpPr>
        <dsp:cNvPr id="0" name=""/>
        <dsp:cNvSpPr/>
      </dsp:nvSpPr>
      <dsp:spPr>
        <a:xfrm>
          <a:off x="1558495" y="949348"/>
          <a:ext cx="3279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93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713498" y="993275"/>
        <a:ext cx="17926" cy="3585"/>
      </dsp:txXfrm>
    </dsp:sp>
    <dsp:sp modelId="{9388F1E0-133A-4AF1-A089-77647F3E3496}">
      <dsp:nvSpPr>
        <dsp:cNvPr id="0" name=""/>
        <dsp:cNvSpPr/>
      </dsp:nvSpPr>
      <dsp:spPr>
        <a:xfrm>
          <a:off x="1455" y="527416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Raw Data</a:t>
          </a:r>
          <a:endParaRPr lang="en-IN" sz="1800" kern="1200" dirty="0"/>
        </a:p>
      </dsp:txBody>
      <dsp:txXfrm>
        <a:off x="1455" y="527416"/>
        <a:ext cx="1558839" cy="935303"/>
      </dsp:txXfrm>
    </dsp:sp>
    <dsp:sp modelId="{4149322E-A081-4FED-8FE0-10F177027303}">
      <dsp:nvSpPr>
        <dsp:cNvPr id="0" name=""/>
        <dsp:cNvSpPr/>
      </dsp:nvSpPr>
      <dsp:spPr>
        <a:xfrm>
          <a:off x="3475867" y="949348"/>
          <a:ext cx="3279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93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630871" y="993275"/>
        <a:ext cx="17926" cy="3585"/>
      </dsp:txXfrm>
    </dsp:sp>
    <dsp:sp modelId="{F5E91BAD-1E02-46B8-BD66-8688EF6A345D}">
      <dsp:nvSpPr>
        <dsp:cNvPr id="0" name=""/>
        <dsp:cNvSpPr/>
      </dsp:nvSpPr>
      <dsp:spPr>
        <a:xfrm>
          <a:off x="1918828" y="527416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Cleaning</a:t>
          </a:r>
          <a:endParaRPr lang="en-IN" sz="1800" kern="1200" dirty="0"/>
        </a:p>
      </dsp:txBody>
      <dsp:txXfrm>
        <a:off x="1918828" y="527416"/>
        <a:ext cx="1558839" cy="935303"/>
      </dsp:txXfrm>
    </dsp:sp>
    <dsp:sp modelId="{3E172987-1E99-44B1-98AD-6AF7E496C805}">
      <dsp:nvSpPr>
        <dsp:cNvPr id="0" name=""/>
        <dsp:cNvSpPr/>
      </dsp:nvSpPr>
      <dsp:spPr>
        <a:xfrm>
          <a:off x="5393240" y="949348"/>
          <a:ext cx="3279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93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548244" y="993275"/>
        <a:ext cx="17926" cy="3585"/>
      </dsp:txXfrm>
    </dsp:sp>
    <dsp:sp modelId="{97694E6B-D992-487B-894B-0BA0BBDBFB78}">
      <dsp:nvSpPr>
        <dsp:cNvPr id="0" name=""/>
        <dsp:cNvSpPr/>
      </dsp:nvSpPr>
      <dsp:spPr>
        <a:xfrm>
          <a:off x="3836201" y="527416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SQLite Database</a:t>
          </a:r>
          <a:endParaRPr lang="en-IN" sz="1800" kern="1200" dirty="0"/>
        </a:p>
      </dsp:txBody>
      <dsp:txXfrm>
        <a:off x="3836201" y="527416"/>
        <a:ext cx="1558839" cy="935303"/>
      </dsp:txXfrm>
    </dsp:sp>
    <dsp:sp modelId="{53326705-92EE-4037-A654-D590E3A118A0}">
      <dsp:nvSpPr>
        <dsp:cNvPr id="0" name=""/>
        <dsp:cNvSpPr/>
      </dsp:nvSpPr>
      <dsp:spPr>
        <a:xfrm>
          <a:off x="780875" y="1460920"/>
          <a:ext cx="5752118" cy="327933"/>
        </a:xfrm>
        <a:custGeom>
          <a:avLst/>
          <a:gdLst/>
          <a:ahLst/>
          <a:cxnLst/>
          <a:rect l="0" t="0" r="0" b="0"/>
          <a:pathLst>
            <a:path>
              <a:moveTo>
                <a:pt x="5752118" y="0"/>
              </a:moveTo>
              <a:lnTo>
                <a:pt x="5752118" y="181066"/>
              </a:lnTo>
              <a:lnTo>
                <a:pt x="0" y="181066"/>
              </a:lnTo>
              <a:lnTo>
                <a:pt x="0" y="327933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512852" y="1623094"/>
        <a:ext cx="288164" cy="3585"/>
      </dsp:txXfrm>
    </dsp:sp>
    <dsp:sp modelId="{36EBB209-B9EB-410E-9C7D-DB8ED1F4E6CA}">
      <dsp:nvSpPr>
        <dsp:cNvPr id="0" name=""/>
        <dsp:cNvSpPr/>
      </dsp:nvSpPr>
      <dsp:spPr>
        <a:xfrm>
          <a:off x="5753573" y="527416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Exploratory Data Analysis</a:t>
          </a:r>
          <a:endParaRPr lang="en-IN" sz="1800" kern="1200" dirty="0"/>
        </a:p>
      </dsp:txBody>
      <dsp:txXfrm>
        <a:off x="5753573" y="527416"/>
        <a:ext cx="1558839" cy="935303"/>
      </dsp:txXfrm>
    </dsp:sp>
    <dsp:sp modelId="{BA640A15-4580-4F95-BDC8-E2FF8E870F6E}">
      <dsp:nvSpPr>
        <dsp:cNvPr id="0" name=""/>
        <dsp:cNvSpPr/>
      </dsp:nvSpPr>
      <dsp:spPr>
        <a:xfrm>
          <a:off x="1558495" y="2243185"/>
          <a:ext cx="3279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93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713498" y="2287112"/>
        <a:ext cx="17926" cy="3585"/>
      </dsp:txXfrm>
    </dsp:sp>
    <dsp:sp modelId="{1209F769-34A6-4454-946D-6A23F75B46C9}">
      <dsp:nvSpPr>
        <dsp:cNvPr id="0" name=""/>
        <dsp:cNvSpPr/>
      </dsp:nvSpPr>
      <dsp:spPr>
        <a:xfrm>
          <a:off x="1455" y="1821253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Performance Analytics</a:t>
          </a:r>
          <a:endParaRPr lang="en-IN" sz="1800" kern="1200" dirty="0"/>
        </a:p>
      </dsp:txBody>
      <dsp:txXfrm>
        <a:off x="1455" y="1821253"/>
        <a:ext cx="1558839" cy="935303"/>
      </dsp:txXfrm>
    </dsp:sp>
    <dsp:sp modelId="{14F0892C-1042-4F26-852C-80133283EE3A}">
      <dsp:nvSpPr>
        <dsp:cNvPr id="0" name=""/>
        <dsp:cNvSpPr/>
      </dsp:nvSpPr>
      <dsp:spPr>
        <a:xfrm>
          <a:off x="3475867" y="2243185"/>
          <a:ext cx="32793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7933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  <a:scene3d>
          <a:camera prst="orthographicFront"/>
          <a:lightRig rig="flat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630871" y="2287112"/>
        <a:ext cx="17926" cy="3585"/>
      </dsp:txXfrm>
    </dsp:sp>
    <dsp:sp modelId="{12494A55-7368-43C0-83BD-29513E5B4E15}">
      <dsp:nvSpPr>
        <dsp:cNvPr id="0" name=""/>
        <dsp:cNvSpPr/>
      </dsp:nvSpPr>
      <dsp:spPr>
        <a:xfrm>
          <a:off x="1918828" y="1821253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Power BI Dashboard</a:t>
          </a:r>
          <a:endParaRPr lang="en-IN" sz="1800" kern="1200" dirty="0"/>
        </a:p>
      </dsp:txBody>
      <dsp:txXfrm>
        <a:off x="1918828" y="1821253"/>
        <a:ext cx="1558839" cy="935303"/>
      </dsp:txXfrm>
    </dsp:sp>
    <dsp:sp modelId="{B4C72F70-C242-46F7-B62E-DF90E4A989B1}">
      <dsp:nvSpPr>
        <dsp:cNvPr id="0" name=""/>
        <dsp:cNvSpPr/>
      </dsp:nvSpPr>
      <dsp:spPr>
        <a:xfrm>
          <a:off x="3836201" y="1821253"/>
          <a:ext cx="1558839" cy="935303"/>
        </a:xfrm>
        <a:prstGeom prst="rect">
          <a:avLst/>
        </a:prstGeom>
        <a:gradFill rotWithShape="1">
          <a:gsLst>
            <a:gs pos="0">
              <a:schemeClr val="accent2">
                <a:satMod val="103000"/>
                <a:lumMod val="102000"/>
                <a:tint val="94000"/>
              </a:schemeClr>
            </a:gs>
            <a:gs pos="50000">
              <a:schemeClr val="accent2">
                <a:satMod val="110000"/>
                <a:lumMod val="100000"/>
                <a:shade val="100000"/>
              </a:schemeClr>
            </a:gs>
            <a:gs pos="100000">
              <a:schemeClr val="accent2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Streamlit</a:t>
          </a:r>
          <a:r>
            <a:rPr lang="en-US" sz="1800" kern="1200" dirty="0"/>
            <a:t> Dashboard</a:t>
          </a:r>
          <a:endParaRPr lang="en-IN" sz="1800" kern="1200" dirty="0"/>
        </a:p>
      </dsp:txBody>
      <dsp:txXfrm>
        <a:off x="3836201" y="1821253"/>
        <a:ext cx="1558839" cy="935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1277E-3919-444E-859E-70278431EC2B}">
      <dsp:nvSpPr>
        <dsp:cNvPr id="0" name=""/>
        <dsp:cNvSpPr/>
      </dsp:nvSpPr>
      <dsp:spPr>
        <a:xfrm>
          <a:off x="0" y="1625567"/>
          <a:ext cx="8323988" cy="32839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790E95-8F63-4826-ACC4-A7287F59EF27}">
      <dsp:nvSpPr>
        <dsp:cNvPr id="0" name=""/>
        <dsp:cNvSpPr/>
      </dsp:nvSpPr>
      <dsp:spPr>
        <a:xfrm>
          <a:off x="8160379" y="1510628"/>
          <a:ext cx="197038" cy="262717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100EC4-7F2B-43A4-9472-C0705B13B7A0}">
      <dsp:nvSpPr>
        <dsp:cNvPr id="0" name=""/>
        <dsp:cNvSpPr/>
      </dsp:nvSpPr>
      <dsp:spPr>
        <a:xfrm>
          <a:off x="418828" y="825648"/>
          <a:ext cx="1969442" cy="72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A90D8A-FE12-4260-80B4-80E1DB5E9FC3}">
      <dsp:nvSpPr>
        <dsp:cNvPr id="0" name=""/>
        <dsp:cNvSpPr/>
      </dsp:nvSpPr>
      <dsp:spPr>
        <a:xfrm>
          <a:off x="418828" y="451181"/>
          <a:ext cx="1969442" cy="374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0" i="0" kern="1200" dirty="0">
              <a:solidFill>
                <a:schemeClr val="bg1"/>
              </a:solidFill>
            </a:rPr>
            <a:t>DAY 1 — Project Setup + Data Ingestion (ETL)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418828" y="451181"/>
        <a:ext cx="1969442" cy="374467"/>
      </dsp:txXfrm>
    </dsp:sp>
    <dsp:sp modelId="{66EC986C-44BA-4587-BEB7-30DC9255B1FD}">
      <dsp:nvSpPr>
        <dsp:cNvPr id="0" name=""/>
        <dsp:cNvSpPr/>
      </dsp:nvSpPr>
      <dsp:spPr>
        <a:xfrm>
          <a:off x="196867" y="426217"/>
          <a:ext cx="26113" cy="12232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7502C7-427F-4BDD-971A-07EEFBE3FD09}">
      <dsp:nvSpPr>
        <dsp:cNvPr id="0" name=""/>
        <dsp:cNvSpPr/>
      </dsp:nvSpPr>
      <dsp:spPr>
        <a:xfrm>
          <a:off x="1612453" y="2261653"/>
          <a:ext cx="1969442" cy="601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B998D0-8E78-4EC1-B4D7-F88E01B789CF}">
      <dsp:nvSpPr>
        <dsp:cNvPr id="0" name=""/>
        <dsp:cNvSpPr/>
      </dsp:nvSpPr>
      <dsp:spPr>
        <a:xfrm>
          <a:off x="1612453" y="1864759"/>
          <a:ext cx="1969442" cy="396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0" i="0" kern="1200" dirty="0">
              <a:solidFill>
                <a:schemeClr val="bg1"/>
              </a:solidFill>
            </a:rPr>
            <a:t>DAY 2 — Data Cleaning + SQL Database Design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1612453" y="1864759"/>
        <a:ext cx="1969442" cy="396893"/>
      </dsp:txXfrm>
    </dsp:sp>
    <dsp:sp modelId="{5E5F6F64-069E-4279-8556-3B2D829B04E7}">
      <dsp:nvSpPr>
        <dsp:cNvPr id="0" name=""/>
        <dsp:cNvSpPr/>
      </dsp:nvSpPr>
      <dsp:spPr>
        <a:xfrm>
          <a:off x="1390493" y="1634305"/>
          <a:ext cx="26113" cy="125469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4F153-0EBD-4BA2-957B-BB9B866C21B6}">
      <dsp:nvSpPr>
        <dsp:cNvPr id="0" name=""/>
        <dsp:cNvSpPr/>
      </dsp:nvSpPr>
      <dsp:spPr>
        <a:xfrm>
          <a:off x="142030" y="361309"/>
          <a:ext cx="135787" cy="1298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7D8F5-4011-416A-B8EF-55B8CF9D05A3}">
      <dsp:nvSpPr>
        <dsp:cNvPr id="0" name=""/>
        <dsp:cNvSpPr/>
      </dsp:nvSpPr>
      <dsp:spPr>
        <a:xfrm>
          <a:off x="1335655" y="2822425"/>
          <a:ext cx="135787" cy="133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88592A-974C-4A6F-856E-FBA54CB5420F}">
      <dsp:nvSpPr>
        <dsp:cNvPr id="0" name=""/>
        <dsp:cNvSpPr/>
      </dsp:nvSpPr>
      <dsp:spPr>
        <a:xfrm>
          <a:off x="2806079" y="825648"/>
          <a:ext cx="1969442" cy="72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D4A358-8596-470E-87EE-56B2A51C4D11}">
      <dsp:nvSpPr>
        <dsp:cNvPr id="0" name=""/>
        <dsp:cNvSpPr/>
      </dsp:nvSpPr>
      <dsp:spPr>
        <a:xfrm>
          <a:off x="2806079" y="451181"/>
          <a:ext cx="1969442" cy="374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0" i="0" kern="1200" dirty="0">
              <a:solidFill>
                <a:schemeClr val="bg1"/>
              </a:solidFill>
            </a:rPr>
            <a:t>DAY 3 — Exploratory Data Analysis (EDA)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2806079" y="451181"/>
        <a:ext cx="1969442" cy="374467"/>
      </dsp:txXfrm>
    </dsp:sp>
    <dsp:sp modelId="{0C73BCC8-8383-47AB-A118-88C36772C05E}">
      <dsp:nvSpPr>
        <dsp:cNvPr id="0" name=""/>
        <dsp:cNvSpPr/>
      </dsp:nvSpPr>
      <dsp:spPr>
        <a:xfrm>
          <a:off x="2584118" y="426217"/>
          <a:ext cx="26113" cy="12232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425BF-F5C7-4817-BC22-E2065853D47B}">
      <dsp:nvSpPr>
        <dsp:cNvPr id="0" name=""/>
        <dsp:cNvSpPr/>
      </dsp:nvSpPr>
      <dsp:spPr>
        <a:xfrm>
          <a:off x="3999704" y="2261653"/>
          <a:ext cx="1969442" cy="601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15739-43FD-4BBE-9617-BB1B6A65A3AF}">
      <dsp:nvSpPr>
        <dsp:cNvPr id="0" name=""/>
        <dsp:cNvSpPr/>
      </dsp:nvSpPr>
      <dsp:spPr>
        <a:xfrm>
          <a:off x="3999704" y="1864759"/>
          <a:ext cx="1969442" cy="396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0" i="0" kern="1200" dirty="0">
              <a:solidFill>
                <a:schemeClr val="bg1"/>
              </a:solidFill>
            </a:rPr>
            <a:t>DAY 4 — Fund Performance Analytics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3999704" y="1864759"/>
        <a:ext cx="1969442" cy="396893"/>
      </dsp:txXfrm>
    </dsp:sp>
    <dsp:sp modelId="{A7FF696C-A4F1-461C-B934-218FD2A02F12}">
      <dsp:nvSpPr>
        <dsp:cNvPr id="0" name=""/>
        <dsp:cNvSpPr/>
      </dsp:nvSpPr>
      <dsp:spPr>
        <a:xfrm>
          <a:off x="3777743" y="1634305"/>
          <a:ext cx="26113" cy="125469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A84AC-3A33-441D-A3F7-36D03D142838}">
      <dsp:nvSpPr>
        <dsp:cNvPr id="0" name=""/>
        <dsp:cNvSpPr/>
      </dsp:nvSpPr>
      <dsp:spPr>
        <a:xfrm>
          <a:off x="2529281" y="361309"/>
          <a:ext cx="135787" cy="1298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EF50B-8433-4089-AC3A-02E295E41BA8}">
      <dsp:nvSpPr>
        <dsp:cNvPr id="0" name=""/>
        <dsp:cNvSpPr/>
      </dsp:nvSpPr>
      <dsp:spPr>
        <a:xfrm>
          <a:off x="3722906" y="2822425"/>
          <a:ext cx="135787" cy="133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9227D7-0067-4157-84D3-0D9C11B7CA05}">
      <dsp:nvSpPr>
        <dsp:cNvPr id="0" name=""/>
        <dsp:cNvSpPr/>
      </dsp:nvSpPr>
      <dsp:spPr>
        <a:xfrm>
          <a:off x="5193329" y="825648"/>
          <a:ext cx="1969442" cy="7239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6973FE-C225-42BF-904F-6725AEA0B174}">
      <dsp:nvSpPr>
        <dsp:cNvPr id="0" name=""/>
        <dsp:cNvSpPr/>
      </dsp:nvSpPr>
      <dsp:spPr>
        <a:xfrm>
          <a:off x="5193329" y="451181"/>
          <a:ext cx="1969442" cy="374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0" i="0" kern="1200" dirty="0">
              <a:solidFill>
                <a:schemeClr val="bg1"/>
              </a:solidFill>
            </a:rPr>
            <a:t>DAY 5 — Dashboard Development (Power BI / Tableau)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5193329" y="451181"/>
        <a:ext cx="1969442" cy="374467"/>
      </dsp:txXfrm>
    </dsp:sp>
    <dsp:sp modelId="{C533A373-20A1-431E-9FB8-6EE51B271D42}">
      <dsp:nvSpPr>
        <dsp:cNvPr id="0" name=""/>
        <dsp:cNvSpPr/>
      </dsp:nvSpPr>
      <dsp:spPr>
        <a:xfrm>
          <a:off x="4971369" y="426217"/>
          <a:ext cx="26113" cy="122325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D5177-E976-401C-8D40-D560338C7C69}">
      <dsp:nvSpPr>
        <dsp:cNvPr id="0" name=""/>
        <dsp:cNvSpPr/>
      </dsp:nvSpPr>
      <dsp:spPr>
        <a:xfrm>
          <a:off x="6386955" y="2261653"/>
          <a:ext cx="1969442" cy="6017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6675D6-7F80-4C6E-B4E7-F0E6FBFB829B}">
      <dsp:nvSpPr>
        <dsp:cNvPr id="0" name=""/>
        <dsp:cNvSpPr/>
      </dsp:nvSpPr>
      <dsp:spPr>
        <a:xfrm>
          <a:off x="6386955" y="1864759"/>
          <a:ext cx="1969442" cy="3968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600" b="0" i="0" kern="1200" dirty="0">
              <a:solidFill>
                <a:schemeClr val="bg1"/>
              </a:solidFill>
            </a:rPr>
            <a:t>DAY 6 — Advanced Analytics + Risk Metrics</a:t>
          </a:r>
          <a:endParaRPr lang="en-IN" sz="1600" kern="1200" dirty="0">
            <a:solidFill>
              <a:schemeClr val="bg1"/>
            </a:solidFill>
          </a:endParaRPr>
        </a:p>
      </dsp:txBody>
      <dsp:txXfrm>
        <a:off x="6386955" y="1864759"/>
        <a:ext cx="1969442" cy="396893"/>
      </dsp:txXfrm>
    </dsp:sp>
    <dsp:sp modelId="{8A732E16-067B-4EEA-B898-546752014E16}">
      <dsp:nvSpPr>
        <dsp:cNvPr id="0" name=""/>
        <dsp:cNvSpPr/>
      </dsp:nvSpPr>
      <dsp:spPr>
        <a:xfrm>
          <a:off x="6164994" y="1634305"/>
          <a:ext cx="26113" cy="125469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D29981-471C-444B-BFB5-F131D9349728}">
      <dsp:nvSpPr>
        <dsp:cNvPr id="0" name=""/>
        <dsp:cNvSpPr/>
      </dsp:nvSpPr>
      <dsp:spPr>
        <a:xfrm>
          <a:off x="4916531" y="361309"/>
          <a:ext cx="135787" cy="12981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34FE3-DF6F-4B19-9954-E8FC3D626589}">
      <dsp:nvSpPr>
        <dsp:cNvPr id="0" name=""/>
        <dsp:cNvSpPr/>
      </dsp:nvSpPr>
      <dsp:spPr>
        <a:xfrm>
          <a:off x="6110157" y="2822425"/>
          <a:ext cx="135787" cy="13315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6C3EA-B9D9-984D-B4C2-00BB8E49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6F95D-D62B-B4D5-791B-18085B641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D6877-C8EC-518C-DBCE-124A195C7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50482-DDC0-AC33-CB31-06C41D17D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30754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13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69" r:id="rId4"/>
    <p:sldLayoutId id="2147483655" r:id="rId5"/>
    <p:sldLayoutId id="2147483651" r:id="rId6"/>
    <p:sldLayoutId id="2147483662" r:id="rId7"/>
    <p:sldLayoutId id="2147483672" r:id="rId8"/>
    <p:sldLayoutId id="2147483673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bs23chb0a50@student.nitw.ac.in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anchor="b" anchorCtr="0">
            <a:normAutofit/>
          </a:bodyPr>
          <a:lstStyle/>
          <a:p>
            <a:r>
              <a:rPr lang="en-US" altLang="zh-CN" sz="3600" dirty="0" err="1"/>
              <a:t>Bluestock</a:t>
            </a:r>
            <a:r>
              <a:rPr lang="en-US" altLang="zh-CN" sz="3600" dirty="0"/>
              <a:t> Fintech Mutual Fund Analytics Platform</a:t>
            </a:r>
            <a:endParaRPr lang="en-US" sz="3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66214" y="3669399"/>
            <a:ext cx="5394960" cy="1099245"/>
          </a:xfrm>
        </p:spPr>
        <p:txBody>
          <a:bodyPr>
            <a:normAutofit/>
          </a:bodyPr>
          <a:lstStyle/>
          <a:p>
            <a:r>
              <a:rPr lang="en-US" sz="2000" dirty="0"/>
              <a:t>Presented By : Bhavesh Bansode</a:t>
            </a:r>
          </a:p>
          <a:p>
            <a:r>
              <a:rPr lang="en-US" sz="2000" dirty="0"/>
              <a:t>Intern, </a:t>
            </a:r>
            <a:r>
              <a:rPr lang="en-US" sz="2000" dirty="0" err="1"/>
              <a:t>Bluestock</a:t>
            </a:r>
            <a:r>
              <a:rPr lang="en-US" sz="2000" dirty="0"/>
              <a:t> Fintech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F81E35B-7D95-A83E-C148-8B392976DC68}"/>
              </a:ext>
            </a:extLst>
          </p:cNvPr>
          <p:cNvSpPr txBox="1">
            <a:spLocks/>
          </p:cNvSpPr>
          <p:nvPr/>
        </p:nvSpPr>
        <p:spPr>
          <a:xfrm>
            <a:off x="5966214" y="2834640"/>
            <a:ext cx="4912598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500"/>
              </a:spcBef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Capstone Project - Data Analytics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F1C913-457F-AB91-8AC5-BA07017ED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119" y="0"/>
            <a:ext cx="3948881" cy="50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 anchorCtr="0"/>
          <a:lstStyle/>
          <a:p>
            <a:r>
              <a:rPr lang="en-IN" sz="3200" dirty="0"/>
              <a:t>Problem Statement &amp; Objectives</a:t>
            </a:r>
            <a:endParaRPr lang="en-US" sz="3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F7E5BA-C71F-6024-454D-B03807B07099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79" y="1813175"/>
            <a:ext cx="3500283" cy="394754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Objectives :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Build ETL pipeline.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Create analytics database.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Perform fund performance analysis.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Build interactive dashboards.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Develop forecasting and recommendation capabilities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9C24C361-F826-F784-48F1-596502F0D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813175"/>
            <a:ext cx="350028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/>
              <a:t>Problem : </a:t>
            </a:r>
            <a:endParaRPr lang="en-US" altLang="en-US" sz="2000" b="1" dirty="0"/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Investors struggle to evaluate mutual fund performance. </a:t>
            </a:r>
            <a:endParaRPr lang="en-US" altLang="en-US" sz="2000" dirty="0"/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Fund comparison requires analyzing multiple metrics. </a:t>
            </a:r>
            <a:endParaRPr lang="en-US" altLang="en-US" sz="2000" dirty="0"/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Lack of centralized analytics and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77" y="186812"/>
            <a:ext cx="4389120" cy="671543"/>
          </a:xfrm>
        </p:spPr>
        <p:txBody>
          <a:bodyPr lIns="0" anchor="b" anchorCtr="0">
            <a:normAutofit/>
          </a:bodyPr>
          <a:lstStyle/>
          <a:p>
            <a:r>
              <a:rPr lang="en-IN" dirty="0"/>
              <a:t>Data Sources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C6A7FB-5082-28CF-6796-4E1C9E724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7363577"/>
              </p:ext>
            </p:extLst>
          </p:nvPr>
        </p:nvGraphicFramePr>
        <p:xfrm>
          <a:off x="454377" y="887688"/>
          <a:ext cx="11043466" cy="591426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40163">
                  <a:extLst>
                    <a:ext uri="{9D8B030D-6E8A-4147-A177-3AD203B41FA5}">
                      <a16:colId xmlns:a16="http://schemas.microsoft.com/office/drawing/2014/main" val="2181207370"/>
                    </a:ext>
                  </a:extLst>
                </a:gridCol>
                <a:gridCol w="2100405">
                  <a:extLst>
                    <a:ext uri="{9D8B030D-6E8A-4147-A177-3AD203B41FA5}">
                      <a16:colId xmlns:a16="http://schemas.microsoft.com/office/drawing/2014/main" val="1055502194"/>
                    </a:ext>
                  </a:extLst>
                </a:gridCol>
                <a:gridCol w="6515926">
                  <a:extLst>
                    <a:ext uri="{9D8B030D-6E8A-4147-A177-3AD203B41FA5}">
                      <a16:colId xmlns:a16="http://schemas.microsoft.com/office/drawing/2014/main" val="2586966389"/>
                    </a:ext>
                  </a:extLst>
                </a:gridCol>
                <a:gridCol w="1586972">
                  <a:extLst>
                    <a:ext uri="{9D8B030D-6E8A-4147-A177-3AD203B41FA5}">
                      <a16:colId xmlns:a16="http://schemas.microsoft.com/office/drawing/2014/main" val="1995161136"/>
                    </a:ext>
                  </a:extLst>
                </a:gridCol>
              </a:tblGrid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Sl</a:t>
                      </a: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No.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Table Name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Table Details 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Rows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806336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Fund Master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Master list of 40 real mutual fund schemes (AMFI codes, fund house, category, expense ratio, risk grade, fund manager)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146523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02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NAV History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Daily NAV for all 40 schemes from Jan 2022 to May 2026, anchored to real AMFI NAV values from mfapi.in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~46000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326786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03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AUM by Fund House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Quarterly AUM (in Rs. crore) for 10 fund houses from 2022 to 2025, sourced from real AMFI quarterly reports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~90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26476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Monthly SIP Inflows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Month-wise SIP inflow (Rs. crore), active SIP accounts, new registrations and SIP AUM — real AMFI Monthly Note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639251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05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Category Inflows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Net inflows by fund category (Large Cap, Mid Cap, Small Cap, ELSS, Liquid, etc.) for FY 2024-25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~144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503862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06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Industry Folio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Total mutual fund folios (in crore) broken by Equity, Debt, Hybrid — real AMFI published milestones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21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117249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07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Scheme 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1yr/3yr/5yr returns, Sharpe, Sortino, Alpha, Beta, Max Drawdown, Std Dev — computed from NAV history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129767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08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Investor Transactions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Simulated SIP + Lumpsum + Redemption transactions for 5,000 investors across Indian states with demographics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~32000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170071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09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Portfolio Holdings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Top equity holdings (stock, weight %, sector) for equity mutual funds as of Dec 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~320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064236"/>
                  </a:ext>
                </a:extLst>
              </a:tr>
              <a:tr h="48882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Font typeface="Arial" panose="020B0604020202020204" pitchFamily="34" charset="0"/>
                        <a:buNone/>
                      </a:pPr>
                      <a:r>
                        <a:rPr lang="en-IN" b="0" i="0" dirty="0">
                          <a:solidFill>
                            <a:schemeClr val="bg1"/>
                          </a:solidFill>
                          <a:effectLst/>
                          <a:latin typeface="-apple-system"/>
                        </a:rPr>
                        <a:t>Benchmark Indices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chemeClr val="bg1"/>
                          </a:solidFill>
                        </a:rPr>
                        <a:t>Daily closing values for Nifty 50, Nifty 100, Nifty Midcap 150, BSE SmallCap, CRISIL Liquid &amp; Gilt indices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~8000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095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94823" y="806734"/>
            <a:ext cx="3283974" cy="2358760"/>
          </a:xfrm>
        </p:spPr>
        <p:txBody>
          <a:bodyPr lIns="0" anchor="t" anchorCtr="0"/>
          <a:lstStyle/>
          <a:p>
            <a:r>
              <a:rPr lang="en-IN" dirty="0"/>
              <a:t>Architecture Diagram</a:t>
            </a:r>
            <a:endParaRPr lang="en-US" dirty="0"/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8DDED6F5-B116-26B6-A983-67AAF874F4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3684546"/>
              </p:ext>
            </p:extLst>
          </p:nvPr>
        </p:nvGraphicFramePr>
        <p:xfrm>
          <a:off x="2626544" y="3429000"/>
          <a:ext cx="7313869" cy="3283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2BF6DE64-681D-B12F-F3F7-77CCF8323A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143427"/>
              </p:ext>
            </p:extLst>
          </p:nvPr>
        </p:nvGraphicFramePr>
        <p:xfrm>
          <a:off x="2626544" y="344127"/>
          <a:ext cx="8357418" cy="3283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318565"/>
            <a:ext cx="3795252" cy="703990"/>
          </a:xfrm>
        </p:spPr>
        <p:txBody>
          <a:bodyPr/>
          <a:lstStyle/>
          <a:p>
            <a:r>
              <a:rPr lang="en-IN" dirty="0"/>
              <a:t>EDA Highlights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4C65B1-99E0-A626-CCBC-1C12DD061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46326" y="3801252"/>
            <a:ext cx="5477719" cy="2797499"/>
          </a:xfrm>
          <a:prstGeom prst="rect">
            <a:avLst/>
          </a:prstGeom>
        </p:spPr>
      </p:pic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4CE3A11A-A8F5-5BC1-C66F-16B9CBF7F273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4"/>
          <a:stretch>
            <a:fillRect/>
          </a:stretch>
        </p:blipFill>
        <p:spPr>
          <a:xfrm>
            <a:off x="6546326" y="670560"/>
            <a:ext cx="5477719" cy="279749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BB5A2B-F00D-9399-DEB2-F5D3F932B3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32" y="1022556"/>
            <a:ext cx="5761703" cy="3480618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:a16="http://schemas.microsoft.com/office/drawing/2014/main" id="{CC15C5F4-9DD7-9ED6-A4AB-95E1E3A1D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32" y="4830670"/>
            <a:ext cx="547656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solidFill>
                  <a:schemeClr val="bg1"/>
                </a:solidFill>
              </a:rPr>
              <a:t>Key observations</a:t>
            </a:r>
            <a:endParaRPr lang="en-US" altLang="en-US" sz="2400" b="1" dirty="0">
              <a:solidFill>
                <a:schemeClr val="bg1"/>
              </a:solidFill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SIP inflows increased steadily.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Industry AUM expanded significantly.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Investor participation doubled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96600-DA89-5DFF-8670-5B3096F44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26D712-2F91-ED24-3A43-6497CAD4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318565"/>
            <a:ext cx="4729316" cy="703990"/>
          </a:xfrm>
        </p:spPr>
        <p:txBody>
          <a:bodyPr>
            <a:normAutofit fontScale="90000"/>
          </a:bodyPr>
          <a:lstStyle/>
          <a:p>
            <a:r>
              <a:rPr lang="en-IN" dirty="0"/>
              <a:t>EDA Highlights Contd.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79364-54DC-A69C-A0EA-ECBA4E55B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6843254" y="318565"/>
            <a:ext cx="3627347" cy="3108451"/>
          </a:xfrm>
          <a:prstGeom prst="rect">
            <a:avLst/>
          </a:prstGeom>
        </p:spPr>
      </p:pic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A15F2B5-1A9F-E8D4-8DC4-1E341A59135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550B9F-EFE7-5874-816B-921F6B9D3E91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68D8132-77F1-BEA4-F5B0-F6B337D4AF72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4"/>
          <a:srcRect/>
          <a:stretch/>
        </p:blipFill>
        <p:spPr>
          <a:xfrm>
            <a:off x="8038272" y="3595458"/>
            <a:ext cx="3627348" cy="311444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912C0A-1F2B-5DAD-0D90-091BC96A28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432" y="928210"/>
            <a:ext cx="5714382" cy="3808114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A1E74C12-08C7-E942-69BC-2A7E723CD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32" y="4761625"/>
            <a:ext cx="5476568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Observations: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Equity categories attracted most inflows.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Sector allocations were concentrated in key industries.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Younger investors contributed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1781441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34788"/>
            <a:ext cx="5014452" cy="514227"/>
          </a:xfrm>
        </p:spPr>
        <p:txBody>
          <a:bodyPr anchor="b" anchorCtr="0">
            <a:normAutofit fontScale="90000"/>
          </a:bodyPr>
          <a:lstStyle/>
          <a:p>
            <a:r>
              <a:rPr lang="en-IN" dirty="0"/>
              <a:t>Performance Analytics</a:t>
            </a:r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753"/>
                    </a14:imgEffect>
                    <a14:imgEffect>
                      <a14:saturation sat="133000"/>
                    </a14:imgEffect>
                    <a14:imgEffect>
                      <a14:brightnessContrast bright="4000" contrast="3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914400" y="840660"/>
            <a:ext cx="6015344" cy="401023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DFD03B2-5105-D5C4-2937-143316CC09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850780"/>
              </p:ext>
            </p:extLst>
          </p:nvPr>
        </p:nvGraphicFramePr>
        <p:xfrm>
          <a:off x="7149587" y="591902"/>
          <a:ext cx="4796607" cy="162263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422331">
                  <a:extLst>
                    <a:ext uri="{9D8B030D-6E8A-4147-A177-3AD203B41FA5}">
                      <a16:colId xmlns:a16="http://schemas.microsoft.com/office/drawing/2014/main" val="1638706492"/>
                    </a:ext>
                  </a:extLst>
                </a:gridCol>
                <a:gridCol w="1840443">
                  <a:extLst>
                    <a:ext uri="{9D8B030D-6E8A-4147-A177-3AD203B41FA5}">
                      <a16:colId xmlns:a16="http://schemas.microsoft.com/office/drawing/2014/main" val="558922387"/>
                    </a:ext>
                  </a:extLst>
                </a:gridCol>
                <a:gridCol w="1533833">
                  <a:extLst>
                    <a:ext uri="{9D8B030D-6E8A-4147-A177-3AD203B41FA5}">
                      <a16:colId xmlns:a16="http://schemas.microsoft.com/office/drawing/2014/main" val="1634513249"/>
                    </a:ext>
                  </a:extLst>
                </a:gridCol>
              </a:tblGrid>
              <a:tr h="3653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amfi_code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sharpe_ratio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sharpe_rank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729893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148567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1.448291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5019296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120843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1.306744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41068235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148569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1.23493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89685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119551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1.208267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4837105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120505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1.180101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827282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B2F0F4D-B03F-AE97-53F9-441864F5A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20852"/>
              </p:ext>
            </p:extLst>
          </p:nvPr>
        </p:nvGraphicFramePr>
        <p:xfrm>
          <a:off x="7149587" y="2625212"/>
          <a:ext cx="4503174" cy="1874522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364020">
                  <a:extLst>
                    <a:ext uri="{9D8B030D-6E8A-4147-A177-3AD203B41FA5}">
                      <a16:colId xmlns:a16="http://schemas.microsoft.com/office/drawing/2014/main" val="3337444494"/>
                    </a:ext>
                  </a:extLst>
                </a:gridCol>
                <a:gridCol w="1969116">
                  <a:extLst>
                    <a:ext uri="{9D8B030D-6E8A-4147-A177-3AD203B41FA5}">
                      <a16:colId xmlns:a16="http://schemas.microsoft.com/office/drawing/2014/main" val="2349165390"/>
                    </a:ext>
                  </a:extLst>
                </a:gridCol>
                <a:gridCol w="1170038">
                  <a:extLst>
                    <a:ext uri="{9D8B030D-6E8A-4147-A177-3AD203B41FA5}">
                      <a16:colId xmlns:a16="http://schemas.microsoft.com/office/drawing/2014/main" val="3801683548"/>
                    </a:ext>
                  </a:extLst>
                </a:gridCol>
              </a:tblGrid>
              <a:tr h="5363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amfi_code</a:t>
                      </a:r>
                      <a:endParaRPr lang="en-IN" sz="20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alpha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beta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13999682"/>
                  </a:ext>
                </a:extLst>
              </a:tr>
              <a:tr h="267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100016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0.037476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-0.05827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35256657"/>
                  </a:ext>
                </a:extLst>
              </a:tr>
              <a:tr h="267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100025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0.042818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0.001158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61596481"/>
                  </a:ext>
                </a:extLst>
              </a:tr>
              <a:tr h="267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100033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0.271954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0.005104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86467458"/>
                  </a:ext>
                </a:extLst>
              </a:tr>
              <a:tr h="267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101206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0.213998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0.021086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92876991"/>
                  </a:ext>
                </a:extLst>
              </a:tr>
              <a:tr h="2676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101207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0.108971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-0.06529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6787232"/>
                  </a:ext>
                </a:extLst>
              </a:tr>
            </a:tbl>
          </a:graphicData>
        </a:graphic>
      </p:graphicFrame>
      <p:graphicFrame>
        <p:nvGraphicFramePr>
          <p:cNvPr id="11" name="Content Placeholder 6">
            <a:extLst>
              <a:ext uri="{FF2B5EF4-FFF2-40B4-BE49-F238E27FC236}">
                <a16:creationId xmlns:a16="http://schemas.microsoft.com/office/drawing/2014/main" id="{F243D760-C756-2658-2369-B403CAD1B1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9818302"/>
              </p:ext>
            </p:extLst>
          </p:nvPr>
        </p:nvGraphicFramePr>
        <p:xfrm>
          <a:off x="7149587" y="4787646"/>
          <a:ext cx="4503174" cy="162263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266176">
                  <a:extLst>
                    <a:ext uri="{9D8B030D-6E8A-4147-A177-3AD203B41FA5}">
                      <a16:colId xmlns:a16="http://schemas.microsoft.com/office/drawing/2014/main" val="1638706492"/>
                    </a:ext>
                  </a:extLst>
                </a:gridCol>
                <a:gridCol w="1731127">
                  <a:extLst>
                    <a:ext uri="{9D8B030D-6E8A-4147-A177-3AD203B41FA5}">
                      <a16:colId xmlns:a16="http://schemas.microsoft.com/office/drawing/2014/main" val="558922387"/>
                    </a:ext>
                  </a:extLst>
                </a:gridCol>
                <a:gridCol w="1505871">
                  <a:extLst>
                    <a:ext uri="{9D8B030D-6E8A-4147-A177-3AD203B41FA5}">
                      <a16:colId xmlns:a16="http://schemas.microsoft.com/office/drawing/2014/main" val="1634513249"/>
                    </a:ext>
                  </a:extLst>
                </a:gridCol>
              </a:tblGrid>
              <a:tr h="3653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amfi_code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sortino_ratio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sortino_rank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729893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148567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2.385644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05019296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120843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2.36432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41068235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148569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2.146914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00589685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119551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2.140267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34837105"/>
                  </a:ext>
                </a:extLst>
              </a:tr>
              <a:tr h="18230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120505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2.029353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48272825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05C809C-3F99-577B-DADC-ABF0C6762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917400"/>
              </p:ext>
            </p:extLst>
          </p:nvPr>
        </p:nvGraphicFramePr>
        <p:xfrm>
          <a:off x="1414846" y="5293010"/>
          <a:ext cx="5014452" cy="1287780"/>
        </p:xfrm>
        <a:graphic>
          <a:graphicData uri="http://schemas.openxmlformats.org/drawingml/2006/table">
            <a:tbl>
              <a:tblPr/>
              <a:tblGrid>
                <a:gridCol w="1253613">
                  <a:extLst>
                    <a:ext uri="{9D8B030D-6E8A-4147-A177-3AD203B41FA5}">
                      <a16:colId xmlns:a16="http://schemas.microsoft.com/office/drawing/2014/main" val="556949616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1368484335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1632015725"/>
                    </a:ext>
                  </a:extLst>
                </a:gridCol>
                <a:gridCol w="1253613">
                  <a:extLst>
                    <a:ext uri="{9D8B030D-6E8A-4147-A177-3AD203B41FA5}">
                      <a16:colId xmlns:a16="http://schemas.microsoft.com/office/drawing/2014/main" val="285206577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8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2071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5440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47297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8317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41248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EAA12BA-8CD4-9A2D-1F35-D58ADD58F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138421"/>
              </p:ext>
            </p:extLst>
          </p:nvPr>
        </p:nvGraphicFramePr>
        <p:xfrm>
          <a:off x="1015770" y="4971453"/>
          <a:ext cx="5812604" cy="1729235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453151">
                  <a:extLst>
                    <a:ext uri="{9D8B030D-6E8A-4147-A177-3AD203B41FA5}">
                      <a16:colId xmlns:a16="http://schemas.microsoft.com/office/drawing/2014/main" val="1764989408"/>
                    </a:ext>
                  </a:extLst>
                </a:gridCol>
                <a:gridCol w="1453151">
                  <a:extLst>
                    <a:ext uri="{9D8B030D-6E8A-4147-A177-3AD203B41FA5}">
                      <a16:colId xmlns:a16="http://schemas.microsoft.com/office/drawing/2014/main" val="889016976"/>
                    </a:ext>
                  </a:extLst>
                </a:gridCol>
                <a:gridCol w="1453151">
                  <a:extLst>
                    <a:ext uri="{9D8B030D-6E8A-4147-A177-3AD203B41FA5}">
                      <a16:colId xmlns:a16="http://schemas.microsoft.com/office/drawing/2014/main" val="1360344923"/>
                    </a:ext>
                  </a:extLst>
                </a:gridCol>
                <a:gridCol w="1453151">
                  <a:extLst>
                    <a:ext uri="{9D8B030D-6E8A-4147-A177-3AD203B41FA5}">
                      <a16:colId xmlns:a16="http://schemas.microsoft.com/office/drawing/2014/main" val="1029296083"/>
                    </a:ext>
                  </a:extLst>
                </a:gridCol>
              </a:tblGrid>
              <a:tr h="34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amfi_code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cagr_1yr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cagr_3yr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cagr_5yr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70240017"/>
                  </a:ext>
                </a:extLst>
              </a:tr>
              <a:tr h="34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100016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12.13357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3.891151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2.316843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27731490"/>
                  </a:ext>
                </a:extLst>
              </a:tr>
              <a:tr h="34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100025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21.15523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6.605772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3.912653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8181136"/>
                  </a:ext>
                </a:extLst>
              </a:tr>
              <a:tr h="34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100033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218.5142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47.13284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26.07407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18512527"/>
                  </a:ext>
                </a:extLst>
              </a:tr>
              <a:tr h="34584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101206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153.4562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36.34346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20.44273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981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13452"/>
            <a:ext cx="7132320" cy="610780"/>
          </a:xfrm>
        </p:spPr>
        <p:txBody>
          <a:bodyPr/>
          <a:lstStyle/>
          <a:p>
            <a:r>
              <a:rPr lang="en-IN" dirty="0"/>
              <a:t>Advanced Analytics</a:t>
            </a:r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E22330B-5364-3FC5-EB76-62039FC41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193918"/>
              </p:ext>
            </p:extLst>
          </p:nvPr>
        </p:nvGraphicFramePr>
        <p:xfrm>
          <a:off x="7541342" y="389109"/>
          <a:ext cx="4354356" cy="2177112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451452">
                  <a:extLst>
                    <a:ext uri="{9D8B030D-6E8A-4147-A177-3AD203B41FA5}">
                      <a16:colId xmlns:a16="http://schemas.microsoft.com/office/drawing/2014/main" val="2545031400"/>
                    </a:ext>
                  </a:extLst>
                </a:gridCol>
                <a:gridCol w="1451452">
                  <a:extLst>
                    <a:ext uri="{9D8B030D-6E8A-4147-A177-3AD203B41FA5}">
                      <a16:colId xmlns:a16="http://schemas.microsoft.com/office/drawing/2014/main" val="864386182"/>
                    </a:ext>
                  </a:extLst>
                </a:gridCol>
                <a:gridCol w="1451452">
                  <a:extLst>
                    <a:ext uri="{9D8B030D-6E8A-4147-A177-3AD203B41FA5}">
                      <a16:colId xmlns:a16="http://schemas.microsoft.com/office/drawing/2014/main" val="1582503817"/>
                    </a:ext>
                  </a:extLst>
                </a:gridCol>
              </a:tblGrid>
              <a:tr h="362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amfi_code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VaR_95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CVaR_95</a:t>
                      </a:r>
                      <a:endParaRPr lang="en-IN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4309223"/>
                  </a:ext>
                </a:extLst>
              </a:tr>
              <a:tr h="362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100016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-0.01436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-0.01806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2119742"/>
                  </a:ext>
                </a:extLst>
              </a:tr>
              <a:tr h="362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100025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-0.00379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-0.00499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352458"/>
                  </a:ext>
                </a:extLst>
              </a:tr>
              <a:tr h="362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100033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-0.01903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-0.02346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11231960"/>
                  </a:ext>
                </a:extLst>
              </a:tr>
              <a:tr h="362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101206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-0.01328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-0.01744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5559160"/>
                  </a:ext>
                </a:extLst>
              </a:tr>
              <a:tr h="3628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>
                          <a:solidFill>
                            <a:schemeClr val="bg1"/>
                          </a:solidFill>
                          <a:effectLst/>
                        </a:rPr>
                        <a:t>101207</a:t>
                      </a:r>
                      <a:endParaRPr lang="en-IN" sz="16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-0.02602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6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-0.03246</a:t>
                      </a:r>
                      <a:endParaRPr lang="en-IN" sz="16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06778786"/>
                  </a:ext>
                </a:extLst>
              </a:tr>
            </a:tbl>
          </a:graphicData>
        </a:graphic>
      </p:graphicFrame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87D81DC-A2E7-3601-0565-827768303C62}"/>
              </a:ext>
            </a:extLst>
          </p:cNvPr>
          <p:cNvPicPr>
            <a:picLocks noGrp="1" noChangeAspect="1"/>
          </p:cNvPicPr>
          <p:nvPr>
            <p:ph idx="56"/>
          </p:nvPr>
        </p:nvPicPr>
        <p:blipFill>
          <a:blip r:embed="rId3"/>
          <a:stretch>
            <a:fillRect/>
          </a:stretch>
        </p:blipFill>
        <p:spPr>
          <a:xfrm>
            <a:off x="7128387" y="2824316"/>
            <a:ext cx="5063612" cy="33890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D46C57-8DCB-96A2-ED6C-EF963A48C016}"/>
              </a:ext>
            </a:extLst>
          </p:cNvPr>
          <p:cNvSpPr txBox="1"/>
          <p:nvPr/>
        </p:nvSpPr>
        <p:spPr>
          <a:xfrm>
            <a:off x="296302" y="968476"/>
            <a:ext cx="6600395" cy="535531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CAGR was used to measure long-term annualized fund growth.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Sharpe Ratio evaluated risk-adjusted returns across all schemes.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Sortino Ratio focused specifically on downside risk performance.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Alpha and Beta measured benchmark outperformance and market sensitivity.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Maximum Drawdown identified the worst historical decline for each fund.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Historical </a:t>
            </a:r>
            <a:r>
              <a:rPr lang="en-US" altLang="en-US" dirty="0" err="1">
                <a:solidFill>
                  <a:schemeClr val="bg1"/>
                </a:solidFill>
              </a:rPr>
              <a:t>VaR</a:t>
            </a:r>
            <a:r>
              <a:rPr lang="en-US" altLang="en-US" dirty="0">
                <a:solidFill>
                  <a:schemeClr val="bg1"/>
                </a:solidFill>
              </a:rPr>
              <a:t> and CVaR were calculated to assess downside risk exposure.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Rolling 90-Day Sharpe Ratio was used to track changing fund performance over time.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Investor Cohort Analysis identified investment patterns across different investor groups.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SIP Continuity Analysis detected investors at risk of discontinuing their SIPs. 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</a:rPr>
              <a:t>Sector concentration was measured using the Herfindahl-Hirschman Index (HHI). </a:t>
            </a:r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151418"/>
            <a:ext cx="6135329" cy="1225100"/>
          </a:xfrm>
          <a:noFill/>
        </p:spPr>
        <p:txBody>
          <a:bodyPr anchor="b" anchorCtr="0">
            <a:noAutofit/>
          </a:bodyPr>
          <a:lstStyle/>
          <a:p>
            <a:r>
              <a:rPr lang="en-IN" dirty="0"/>
              <a:t>Monte Carlo &amp; Portfolio Optimization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25F2A3-9A9C-506B-EDF4-A8058F77F184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914399" y="1432855"/>
            <a:ext cx="5761704" cy="307553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9B0E2D6-E47E-14B3-ADBB-7BCAB2CF3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049728" y="1432855"/>
            <a:ext cx="4805530" cy="3075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2EED4A9-E12E-33CF-6BFA-C10899597412}"/>
              </a:ext>
            </a:extLst>
          </p:cNvPr>
          <p:cNvSpPr txBox="1"/>
          <p:nvPr/>
        </p:nvSpPr>
        <p:spPr>
          <a:xfrm>
            <a:off x="1858296" y="4675257"/>
            <a:ext cx="861951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solidFill>
                  <a:schemeClr val="bg1"/>
                </a:solidFill>
              </a:rPr>
              <a:t>Monte Carlo Simulation &amp; Portfolio Optimization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Simulated future NAV growth over 5 years using Monte Carlo methods.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Estimated expected, best-case, and worst-case investment outcomes.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Built a Markowitz Efficient Frontier to optimize portfolio risk and return.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Identified optimal portfolio allocations using Sharpe Ratio analysis. </a:t>
            </a:r>
          </a:p>
          <a:p>
            <a:pPr algn="just">
              <a:buNone/>
            </a:pPr>
            <a:r>
              <a:rPr lang="en-IN" b="1" dirty="0">
                <a:solidFill>
                  <a:schemeClr val="bg1"/>
                </a:solidFill>
              </a:rPr>
              <a:t>Key Insight:</a:t>
            </a:r>
            <a:r>
              <a:rPr lang="en-IN" dirty="0">
                <a:solidFill>
                  <a:schemeClr val="bg1"/>
                </a:solidFill>
              </a:rPr>
              <a:t> Diversified portfolios achieved better risk-adjusted returns while simulations highlighted the impact of market uncertainty on future performance.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762983"/>
          </a:xfrm>
          <a:noFill/>
        </p:spPr>
        <p:txBody>
          <a:bodyPr anchor="b" anchorCtr="0">
            <a:noAutofit/>
          </a:bodyPr>
          <a:lstStyle/>
          <a:p>
            <a:r>
              <a:rPr lang="en-IN" dirty="0"/>
              <a:t>Dashboard Screenshots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EE8970F-279B-B51E-9D3F-20DEBAED6EF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914400" y="1566161"/>
            <a:ext cx="4799075" cy="2704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515F7D-B9CE-66BC-8357-143294A63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954" y="1494503"/>
            <a:ext cx="4799075" cy="27118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4C7EF5-50B3-1BB4-6825-1D73B95E775C}"/>
              </a:ext>
            </a:extLst>
          </p:cNvPr>
          <p:cNvSpPr txBox="1"/>
          <p:nvPr/>
        </p:nvSpPr>
        <p:spPr>
          <a:xfrm>
            <a:off x="914400" y="4342207"/>
            <a:ext cx="98381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Dashboard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Developed a 4-page interactive Power BI dashboard for mutual fund analytics.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Included Industry Overview, Fund Performance, Investor Analytics, and SIP &amp; Market Trends.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Added filters, tooltips, and drill-through functionality for detailed exploration.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Applied company branding and visualization best practices for improved user experience. </a:t>
            </a:r>
          </a:p>
          <a:p>
            <a:pPr>
              <a:buNone/>
            </a:pPr>
            <a:r>
              <a:rPr lang="en-IN" b="1" dirty="0">
                <a:solidFill>
                  <a:schemeClr val="bg1"/>
                </a:solidFill>
              </a:rPr>
              <a:t>Key Benefit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Enables stakeholders to monitor fund performance, investor </a:t>
            </a:r>
            <a:r>
              <a:rPr lang="en-IN" dirty="0" err="1">
                <a:solidFill>
                  <a:schemeClr val="bg1"/>
                </a:solidFill>
              </a:rPr>
              <a:t>behavior</a:t>
            </a:r>
            <a:r>
              <a:rPr lang="en-IN" dirty="0">
                <a:solidFill>
                  <a:schemeClr val="bg1"/>
                </a:solidFill>
              </a:rPr>
              <a:t>, and market trends through a centralized dashboard.</a:t>
            </a: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96892-A461-FE1B-D4C5-E7159E077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346B-5C11-6811-3473-9F6246A1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762983"/>
          </a:xfrm>
          <a:noFill/>
        </p:spPr>
        <p:txBody>
          <a:bodyPr anchor="b" anchorCtr="0">
            <a:noAutofit/>
          </a:bodyPr>
          <a:lstStyle/>
          <a:p>
            <a:r>
              <a:rPr lang="en-IN" dirty="0"/>
              <a:t>Dashboard Screenshots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717BA-7BBE-6D49-2BA9-202F8D9E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FCD807-74AB-DAD0-5EFB-A24A25732EB0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2"/>
          <a:srcRect/>
          <a:stretch/>
        </p:blipFill>
        <p:spPr>
          <a:xfrm>
            <a:off x="914400" y="1566161"/>
            <a:ext cx="4799075" cy="2704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C76E3F-71FC-3944-2DD5-F70960100E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3954" y="1494988"/>
            <a:ext cx="4799075" cy="27108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720BC1-A8EE-B694-366B-13DE228ECA15}"/>
              </a:ext>
            </a:extLst>
          </p:cNvPr>
          <p:cNvSpPr txBox="1"/>
          <p:nvPr/>
        </p:nvSpPr>
        <p:spPr>
          <a:xfrm>
            <a:off x="914400" y="4685903"/>
            <a:ext cx="983815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Key findings: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Equity funds delivered strongest returns.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SIP participation continued to grow.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Risk-adjusted performance varied widely.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</a:rPr>
              <a:t>Diversification reduced drawdown risk.</a:t>
            </a:r>
          </a:p>
        </p:txBody>
      </p:sp>
    </p:spTree>
    <p:extLst>
      <p:ext uri="{BB962C8B-B14F-4D97-AF65-F5344CB8AC3E}">
        <p14:creationId xmlns:p14="http://schemas.microsoft.com/office/powerpoint/2010/main" val="1939617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CEC29-2F05-D7E4-A266-08C74BE4F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812" y="803093"/>
            <a:ext cx="4441188" cy="653055"/>
          </a:xfrm>
        </p:spPr>
        <p:txBody>
          <a:bodyPr>
            <a:normAutofit fontScale="90000"/>
          </a:bodyPr>
          <a:lstStyle/>
          <a:p>
            <a:r>
              <a:rPr lang="en-US" dirty="0"/>
              <a:t>Key Findings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2697B-EDCC-4260-9FBC-E78219755680}"/>
              </a:ext>
            </a:extLst>
          </p:cNvPr>
          <p:cNvSpPr txBox="1"/>
          <p:nvPr/>
        </p:nvSpPr>
        <p:spPr>
          <a:xfrm>
            <a:off x="2133600" y="1779687"/>
            <a:ext cx="9842090" cy="50783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Industry AUM and SIP inflows showed consistent growth, indicating increasing investor participation.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Equity-oriented funds delivered higher long-term returns but were associated with greater volatility.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Risk-adjusted performance varied significantly across funds, highlighting the importance of metrics such as Sharpe and Sortino Ratios.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bg1"/>
                </a:solidFill>
              </a:rPr>
              <a:t>Investor behaviour </a:t>
            </a:r>
            <a:r>
              <a:rPr lang="en-IN" dirty="0">
                <a:solidFill>
                  <a:schemeClr val="bg1"/>
                </a:solidFill>
              </a:rPr>
              <a:t>analysis revealed strong SIP continuity, with only a small proportion of investors identified as at-risk.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Diversified portfolios exhibited lower concentration risk and improved risk-return characteristics.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Monte Carlo simulations demonstrated the impact of market uncertainty on future NAV growth and investment outcomes.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Portfolio optimization identified efficient fund combinations that maximize returns for a given level of risk. </a:t>
            </a:r>
          </a:p>
          <a:p>
            <a:pPr algn="just"/>
            <a:r>
              <a:rPr lang="en-IN" b="1" dirty="0">
                <a:solidFill>
                  <a:schemeClr val="bg1"/>
                </a:solidFill>
              </a:rPr>
              <a:t>Conclusion</a:t>
            </a:r>
          </a:p>
          <a:p>
            <a:pPr algn="just"/>
            <a:r>
              <a:rPr lang="en-IN" b="1" dirty="0">
                <a:solidFill>
                  <a:schemeClr val="bg1"/>
                </a:solidFill>
              </a:rPr>
              <a:t>The project successfully transformed raw mutual fund data into actionable insights through ETL automation, advanced analytics, interactive dashboards, forecasting models, and portfolio optimization techniques.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227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Bhavesh Bansode</a:t>
            </a:r>
          </a:p>
          <a:p>
            <a:pPr lvl="0"/>
            <a:r>
              <a:rPr lang="en-US" dirty="0">
                <a:hlinkClick r:id="rId3"/>
              </a:rPr>
              <a:t>bs23chb0a50@student.nitw.ac.in</a:t>
            </a:r>
            <a:endParaRPr lang="en-US" dirty="0"/>
          </a:p>
          <a:p>
            <a:pPr lvl="0"/>
            <a:r>
              <a:rPr lang="en-US" dirty="0"/>
              <a:t>Intern, </a:t>
            </a:r>
            <a:r>
              <a:rPr lang="en-US" dirty="0" err="1"/>
              <a:t>Bluestock</a:t>
            </a:r>
            <a:r>
              <a:rPr lang="en-US" dirty="0"/>
              <a:t> Fintech</a:t>
            </a: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1279</TotalTime>
  <Words>1066</Words>
  <Application>Microsoft Office PowerPoint</Application>
  <PresentationFormat>Widescreen</PresentationFormat>
  <Paragraphs>243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等线</vt:lpstr>
      <vt:lpstr>Abadi</vt:lpstr>
      <vt:lpstr>-apple-system</vt:lpstr>
      <vt:lpstr>Arial</vt:lpstr>
      <vt:lpstr>Calibri</vt:lpstr>
      <vt:lpstr>Posterama</vt:lpstr>
      <vt:lpstr>Posterama Text SemiBold</vt:lpstr>
      <vt:lpstr>Custom</vt:lpstr>
      <vt:lpstr>Bluestock Fintech Mutual Fund Analytics Platform</vt:lpstr>
      <vt:lpstr>Problem Statement &amp; Objectives</vt:lpstr>
      <vt:lpstr>Data Sources</vt:lpstr>
      <vt:lpstr>Architecture Diagram</vt:lpstr>
      <vt:lpstr>EDA Highlights</vt:lpstr>
      <vt:lpstr>EDA Highlights Contd.</vt:lpstr>
      <vt:lpstr>Performance Analytics</vt:lpstr>
      <vt:lpstr>Advanced Analytics</vt:lpstr>
      <vt:lpstr>Monte Carlo &amp; Portfolio Optimization</vt:lpstr>
      <vt:lpstr>Dashboard Screenshots</vt:lpstr>
      <vt:lpstr>Dashboard Screenshots</vt:lpstr>
      <vt:lpstr>Key Findings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Bhavesh Bansode</dc:creator>
  <cp:lastModifiedBy>Bhavesh Bansode</cp:lastModifiedBy>
  <cp:revision>1</cp:revision>
  <dcterms:created xsi:type="dcterms:W3CDTF">2026-06-14T16:59:55Z</dcterms:created>
  <dcterms:modified xsi:type="dcterms:W3CDTF">2026-06-16T08:45:50Z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